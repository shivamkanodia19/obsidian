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5ee6645829489c" /><Relationship Type="http://schemas.openxmlformats.org/officeDocument/2006/relationships/extended-properties" Target="/docProps/app.xml" Id="R588d7aec5c3540ee" /><Relationship Type="http://schemas.openxmlformats.org/officeDocument/2006/relationships/officeDocument" Target="/ppt/presentation.xml" Id="R84fddd6aa42c4a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e1375043064b64"/>
  </p:sldMasterIdLst>
  <p:notesMasterIdLst>
    <p:notesMasterId xmlns:r="http://schemas.openxmlformats.org/officeDocument/2006/relationships" r:id="R58a9267b982d4adf"/>
  </p:notesMasterIdLst>
  <p:sldIdLst>
    <p:sldId xmlns:r="http://schemas.openxmlformats.org/officeDocument/2006/relationships" id="256" r:id="Re153e0fab15d4b47"/>
    <p:sldId xmlns:r="http://schemas.openxmlformats.org/officeDocument/2006/relationships" id="257" r:id="R9ec31942368b4484"/>
    <p:sldId xmlns:r="http://schemas.openxmlformats.org/officeDocument/2006/relationships" id="258" r:id="R544943aee9ff4184"/>
    <p:sldId xmlns:r="http://schemas.openxmlformats.org/officeDocument/2006/relationships" id="259" r:id="R7468c241ee0c4075"/>
    <p:sldId xmlns:r="http://schemas.openxmlformats.org/officeDocument/2006/relationships" id="260" r:id="Rdf5770b37bd640b6"/>
  </p:sldIdLst>
  <p:sldSz cx="10287000" cy="1828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e7eba628a462a" /><Relationship Type="http://schemas.openxmlformats.org/officeDocument/2006/relationships/slideMaster" Target="/ppt/slideMasters/slideMaster1.xml" Id="R24e1375043064b64" /><Relationship Type="http://schemas.openxmlformats.org/officeDocument/2006/relationships/notesMaster" Target="/ppt/notesMasters/notesMaster1.xml" Id="R58a9267b982d4adf" /><Relationship Type="http://schemas.openxmlformats.org/officeDocument/2006/relationships/presProps" Target="/ppt/presProps.xml" Id="Recbb337ccdda407e" /><Relationship Type="http://schemas.openxmlformats.org/officeDocument/2006/relationships/viewProps" Target="/ppt/viewProps.xml" Id="Rc1849ab7bfd44781" /><Relationship Type="http://schemas.openxmlformats.org/officeDocument/2006/relationships/tableStyles" Target="/ppt/tableStyles.xml" Id="Rcb22a7bce0104d1e" /><Relationship Type="http://schemas.openxmlformats.org/officeDocument/2006/relationships/slide" Target="/ppt/slides/slide1.xml" Id="Re153e0fab15d4b47" /><Relationship Type="http://schemas.openxmlformats.org/officeDocument/2006/relationships/slide" Target="/ppt/slides/slide2.xml" Id="R9ec31942368b4484" /><Relationship Type="http://schemas.openxmlformats.org/officeDocument/2006/relationships/slide" Target="/ppt/slides/slide3.xml" Id="R544943aee9ff4184" /><Relationship Type="http://schemas.openxmlformats.org/officeDocument/2006/relationships/slide" Target="/ppt/slides/slide4.xml" Id="R7468c241ee0c4075" /><Relationship Type="http://schemas.openxmlformats.org/officeDocument/2006/relationships/slide" Target="/ppt/slides/slide5.xml" Id="Rdf5770b37bd640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b8dd69e812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95f5c12464bd6" /><Relationship Type="http://schemas.openxmlformats.org/officeDocument/2006/relationships/notesMaster" Target="/ppt/notesMasters/notesMaster1.xml" Id="R8b96fbe8f93e46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1d1d90bba474b" /><Relationship Type="http://schemas.openxmlformats.org/officeDocument/2006/relationships/notesMaster" Target="/ppt/notesMasters/notesMaster1.xml" Id="R92dcd4553169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fb2f760d714b64" /><Relationship Type="http://schemas.openxmlformats.org/officeDocument/2006/relationships/notesMaster" Target="/ppt/notesMasters/notesMaster1.xml" Id="R02376de89ce74e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204268d46f46a8" /><Relationship Type="http://schemas.openxmlformats.org/officeDocument/2006/relationships/notesMaster" Target="/ppt/notesMasters/notesMaster1.xml" Id="Rba81d730364343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e9ebe44fe742fb" /><Relationship Type="http://schemas.openxmlformats.org/officeDocument/2006/relationships/notesMaster" Target="/ppt/notesMasters/notesMaster1.xml" Id="Rd33e608476d4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a direct summer hook and a calmer, more visual proof moment. The first frame should read in under two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TikTok Creative Codes: hook in the first six seconds</a:t>
            </a:r>
          </a:p>
          <a:p xmlns:a="http://schemas.openxmlformats.org/drawingml/2006/main">
            <a:r>
              <a:t>- TikTok OOP creative guidance updated May 2026</a:t>
            </a:r>
          </a:p>
          <a:p xmlns:a="http://schemas.openxmlformats.org/drawingml/2006/main">
            <a:r>
              <a:t>- Proof asset: captures/derived/clinicalhours_map_focus_v1.png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Turn the second slide into the structural payoff. One hero proof asset should make the workflow feel immediately easier.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TikTok carousel playbook: safe zone and high-resolution image guidance</a:t>
            </a:r>
          </a:p>
          <a:p xmlns:a="http://schemas.openxmlformats.org/drawingml/2006/main">
            <a:r>
              <a:t>- Proof asset: captures/derived/clinicalhours_map_focus_v1.png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proof specific. Use one real clinic result so the viewer understands the workflow without extra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ClinicalHours v7semesterstart proof continuity benchmark</a:t>
            </a:r>
          </a:p>
          <a:p xmlns:a="http://schemas.openxmlformats.org/drawingml/2006/main">
            <a:r>
              <a:t>- Proof asset: captures/official/clinicalhours_opportunities_houston_methodist_live_2026-05-30.png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the same Houston Methodist story so the middle slides feel connected instead of stitched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ClinicalHours v7semesterstart save-panel proof mapping</a:t>
            </a:r>
          </a:p>
          <a:p xmlns:a="http://schemas.openxmlformats.org/drawingml/2006/main">
            <a:r>
              <a:t>- Proof asset: captures/derived/clinicalhours_houston_save_panel_focus_v1.png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reversible CTA. Keep the final frame useful, low-pressure, and native to a social viewer.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TikTok and Meta guidance: clear CTA plus safe-zone framing</a:t>
            </a:r>
          </a:p>
          <a:p xmlns:a="http://schemas.openxmlformats.org/drawingml/2006/main">
            <a:r>
              <a:t>- Proof asset: captures/derived/clinicalhours_auth_actions_focus_v2.png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aa047f7f34d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19772cd4f4412" /><Relationship Type="http://schemas.openxmlformats.org/officeDocument/2006/relationships/slideLayout" Target="/ppt/slideLayouts/slideLayout1.xml" Id="Rb68fc05b65004d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fc05b65004d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3acb7c6447bc" /><Relationship Type="http://schemas.openxmlformats.org/officeDocument/2006/relationships/image" Target="/ppt/media/image.png" Id="R9717e4febf4c4219" /><Relationship Type="http://schemas.openxmlformats.org/officeDocument/2006/relationships/notesSlide" Target="/ppt/notesSlides/notesSlide1.xml" Id="R8212dc00a1c244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c001807444622" /><Relationship Type="http://schemas.openxmlformats.org/officeDocument/2006/relationships/image" Target="/ppt/media/image2.png" Id="R304178a37e924b60" /><Relationship Type="http://schemas.openxmlformats.org/officeDocument/2006/relationships/notesSlide" Target="/ppt/notesSlides/notesSlide2.xml" Id="R3915363285924c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6b8a3bc10450c" /><Relationship Type="http://schemas.openxmlformats.org/officeDocument/2006/relationships/image" Target="/ppt/media/image3.png" Id="R7ec4e1ae176d405c" /><Relationship Type="http://schemas.openxmlformats.org/officeDocument/2006/relationships/notesSlide" Target="/ppt/notesSlides/notesSlide3.xml" Id="R1c69b12c1ae4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78dcd9fc54fe4" /><Relationship Type="http://schemas.openxmlformats.org/officeDocument/2006/relationships/image" Target="/ppt/media/image4.png" Id="Rd96b2b01bf6f4aac" /><Relationship Type="http://schemas.openxmlformats.org/officeDocument/2006/relationships/notesSlide" Target="/ppt/notesSlides/notesSlide4.xml" Id="Rbb5f12e5482e45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e3119573d4d98" /><Relationship Type="http://schemas.openxmlformats.org/officeDocument/2006/relationships/image" Target="/ppt/media/image5.png" Id="Re56acd9d348f40ed" /><Relationship Type="http://schemas.openxmlformats.org/officeDocument/2006/relationships/notesSlide" Target="/ppt/notesSlides/notesSlide5.xml" Id="Rd2fbe74c92be49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FE65D-C398-49F3-90A6-11316C4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E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6209C-2D6B-4E59-AD8C-AC8191F1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906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FFB16-FF8C-4FB0-A8E6-1A3B5846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763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2D2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9B649-130D-4130-8C2B-1D940B26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382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0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4FFED-84C1-4F9D-9C9F-2209A946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71F0F-012A-4440-8BD0-F5E7DF65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8F95E-8E13-4E7C-9FBB-94E26448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C28A7-8713-4F51-B124-F6BDEED2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 L I N I C A L H O U R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40567B-DCF4-49E6-A76A-FC40544E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DE8C5-9750-4C75-BB87-F90A38DB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87FE0-4770-49D6-9780-728D1E7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F4171-F530-4A5E-AA2B-DF5BFF22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E3CE0-052B-40BC-8870-E06D65B8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212D0-EB5A-4771-B052-A3FE688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7AFF0-E787-4ACF-AEAC-36CFBAB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01 /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2EFB7-B1C7-47AE-BE1A-C15A7D5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36FB3-09B7-47BA-9DF2-82CE576D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C6A39-5C86-4351-97A3-127DCA4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38CAB-5110-4661-BA64-9C5DABB6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01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05745-086A-4A66-89C8-21BFCD2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Don't spend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summer in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ten tabs.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FF2E6-E186-4DEB-B029-45B163F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2362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3E609-7CCD-4B7F-97C2-A87655B1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Start with one search page before summer gets noisy.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0C7DB-A4BC-4801-9FC4-90ADEA2F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8BA27-3660-4BB9-A2D3-C4ABCA7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rPr>
              <a:t>SUMMER FILLS FAST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BC8E6-F66F-40F5-9C9C-6E282AB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114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once before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classes and job shifts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crowd the week.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FD475-C9AF-49AD-A643-879F9C19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0"/>
            <a:ext cx="89154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7e4febf4c4219"/>
          <a:srcRect xmlns:a="http://schemas.openxmlformats.org/drawingml/2006/main" l="0" t="26716" r="0" b="267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8820150"/>
            <a:ext cx="8610600" cy="38481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DE36AF-01B1-4BE0-9AEE-D0B737B5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58650"/>
            <a:ext cx="4114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A870B-4CF0-4337-BBC2-4B6D369B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01525"/>
            <a:ext cx="3771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ONE SEARCH PAGE  &gt;  TEN TABS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497DB2-DFB9-463A-B592-CA25B1F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830300"/>
            <a:ext cx="2590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274F22-C442-4A7B-BD47-A4FD3512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0398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rPr>
              <a:t>BETTER START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014C32-8D87-4779-9F7C-A47F5971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3637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first.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Sort the rest later.</a:t>
            </a:r>
          </a:p>
        </p:txBody>
      </p:sp>
    </p:spTree>
    <p:extLst>
      <p:ext uri="{BB962C8B-B14F-4D97-AF65-F5344CB8AC3E}">
        <p14:creationId xmlns:p14="http://schemas.microsoft.com/office/powerpoint/2010/main" val="1613534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F5051-FFD8-4596-B51D-CFBBDBC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E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6B24F-1B64-4A8B-A360-C75EC39F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906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EE085-9096-41A0-87B4-951877F9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430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2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9DE14-D695-4970-8F9D-40448528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4D9">
              <a:alpha val="6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E9AB7-74BE-4001-BAA3-6307A67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CFACA-5777-4D87-95E7-F83D060F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B354A-4C80-42AE-8948-5609190F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87887-C572-486E-A441-9C400E97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 L I N I C A L H O U R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B6148-2DCF-48A0-9716-9D69EAE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22AC5-4E86-4692-8047-177E7005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5765E-BA1E-4485-B5C5-387093F9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2C9E-562D-4775-895F-90F97728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302AD-33E5-4251-9F05-B852B8B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55564-F241-4BF4-A2F8-089E98F7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AAA2B-29B2-489B-92E3-7F30F00E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02 /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99103-DAA5-400B-AC0A-35C5B760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CD296-078E-4B7A-9CA8-60FC7A36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82D2A-FC44-4296-9165-7C95FF30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ACB43-263D-429F-A6B3-321D2DE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02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5ED73-2F8B-491A-999A-82AD4CDA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957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 with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C046F-2FCA-457B-AB18-9FC0F46C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2362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8FA9B-926A-4BB0-85CE-55826F67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476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See where to look before you open more tabs.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E5B32-12F9-4F42-B57C-EE77AC6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2286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17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0F8F8-4CE1-4DCE-95DB-F3DE2128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828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C9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8BC9FF"/>
                </a:solidFill>
                <a:latin typeface="Aptos Mono"/>
                <a:ea typeface="Aptos Mono"/>
                <a:cs typeface="Aptos Mono"/>
              </a:rPr>
              <a:t>ALL IN ONE 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62212-62E5-4495-8D3C-5BE8FC93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1828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Filters and the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 live on the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screen.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73CF9-5B75-4F5C-93B3-74805D9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0"/>
            <a:ext cx="9182100" cy="8763000"/>
          </a:xfrm>
          <a:prstGeom xmlns:a="http://schemas.openxmlformats.org/drawingml/2006/main" prst="roundRect">
            <a:avLst>
              <a:gd name="adj" fmla="val 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178a37e924b60"/>
          <a:srcRect xmlns:a="http://schemas.openxmlformats.org/drawingml/2006/main" l="0" t="359" r="0" b="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7010400"/>
            <a:ext cx="8877300" cy="8458200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7DAFD3-0A0B-46C3-B926-0C52255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859000"/>
            <a:ext cx="3733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2850E-5A62-42C1-92AF-3A17A13D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01875"/>
            <a:ext cx="339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LOOK FIRST. OPEN TABS LATER.</a:t>
            </a:r>
          </a:p>
        </p:txBody>
      </p:sp>
    </p:spTree>
    <p:extLst>
      <p:ext uri="{BB962C8B-B14F-4D97-AF65-F5344CB8AC3E}">
        <p14:creationId xmlns:p14="http://schemas.microsoft.com/office/powerpoint/2010/main" val="1750037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1B74D-66B3-4831-BE0C-D1FF0498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E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594F5-302A-450E-B263-478B0565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906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224A6-4E52-4676-B243-EBB73B1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47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CF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239D-0ABC-4059-B9B1-90701CE5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1466850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9A9">
              <a:alpha val="6274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2B9FE-3F6E-4493-9CEA-E8FAE28D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F7717-BD62-4F84-87C3-F3415420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AD764-404A-4E4F-ACEF-2EB70413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CB61B-4194-454E-A9F0-96871F4B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 L I N I C A L H O U R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E9EE6-464C-473F-9C41-830CD28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843D1-6A8A-4397-BC49-71752528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8F5F6-6A1E-4588-9800-43E250E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9AD07-D097-492D-A36E-49AC8EFE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19531-F0BA-42EC-9C11-7EAE0BBA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DB9AB-45B7-4868-9E0F-C0C75535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1C550-A942-4B80-B6BA-11326A4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03 /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30B85-C07D-44EC-A155-46FE04F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8C6C4-9812-43AF-BDAB-71DFD622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8612B-C5EB-481A-865D-AE744950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AB0D6-E6F4-4FB0-925B-87CC26A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03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7CDE5-6DE0-43C0-89B8-283CCAA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89916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4e1ae176d405c"/>
          <a:srcRect xmlns:a="http://schemas.openxmlformats.org/drawingml/2006/main" l="17265" t="0" r="17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3752850"/>
            <a:ext cx="8686800" cy="379095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F17EA-D773-43BC-BF76-CAECFB89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5825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Check one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lead before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you click.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0642D-B953-4DD0-97A7-18A690A9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506200"/>
            <a:ext cx="2362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6B112-8FDD-4EB6-8E6C-99AB7E7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0"/>
            <a:ext cx="4857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City, type, and the next link should make sense fast.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B0FA9-9887-47A8-9700-6220530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658350"/>
            <a:ext cx="2857500" cy="33528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B0ABE-FD39-4D44-B4C0-55495066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9867900"/>
            <a:ext cx="240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rPr>
              <a:t>CHECK FAST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A17F88-1BDB-479E-8BFC-1A61C0C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32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BCDF3-28EF-4E1B-8A95-786F2B46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04013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4955F-2FBE-4AC5-99F6-644A326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2870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5C7CD-3317-4B37-B920-760E7A4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5918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Make sure the lead is actually where you want it.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2D49E-C90B-4A06-9C80-31D23EC1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1252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3A5CD-46DC-4FF5-8E66-52E67FE0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201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7531E-314B-4119-A2B1-5E4C9AAB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12776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ED4B5D-9840-44D4-9237-6FE44FEE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1633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877C71-B575-4340-BCDE-F244E84D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4681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Know what kind of clinic you are opening.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00328-DB20-44BE-92DF-8B854A57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00150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B2D138-6BBC-4ED1-B7EE-7B0976B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077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07A6A1-B567-4FA1-BCEC-4919E567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21539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87E9A-CAB7-4511-9FB6-9BABCFBE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39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more info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AA4240-5BC8-42E4-A766-FB4E373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34440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Open the next tab only when it looks real.</a:t>
            </a:r>
          </a:p>
        </p:txBody>
      </p:sp>
    </p:spTree>
    <p:extLst>
      <p:ext uri="{BB962C8B-B14F-4D97-AF65-F5344CB8AC3E}">
        <p14:creationId xmlns:p14="http://schemas.microsoft.com/office/powerpoint/2010/main" val="587841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59600-3854-46A2-9FED-634CBEE2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E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DC599-0FAC-4EF8-8713-15A58A54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906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65551-EC86-4C81-9FDE-25938098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6F0">
              <a:alpha val="6902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645F9-D818-4EAF-B200-96514CE6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811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E9FF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8870E-CBEF-4420-A667-1CF5895C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F6314-4AFE-4476-BD9B-ABCD534C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6FE09-A585-4307-9FBE-D259A52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EFD6B-EBB7-40AB-B9FF-EF29A4D2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 L I N I C A L H O U R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F46BC-E672-4E5E-948C-932426BE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E8DF0-9C8B-4826-B537-4A517E6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65681-7D2C-4C26-921F-E570001C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4449B-F4BC-4BAB-8F5D-12583268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E56B7-1A59-4E35-AEF0-79E11D51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62CBB-ADB5-4A23-A53F-AA1CBE7F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99265-1352-4801-AB62-3BE03412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04 /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397DE-04AC-44FF-8F28-6F32899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32E67-AD63-45B9-B8F9-7932F537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5BAB4-9F1E-40D3-AF69-9A715640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BB1AB-B4EC-4A58-A475-E2FE8B33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04 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C88ED-5AA3-4184-B497-FE7984EE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Keep the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close.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2DBF3-BE31-47E5-8CC8-BDF0D2D7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2362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DA971-5B4B-4DDA-80F3-8B9DD2AC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38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Save the match when it is worth following.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37BC8-CC23-4B26-A273-0E43A608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62750"/>
            <a:ext cx="3105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EC949-4E92-4117-806F-6AC9EAF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905625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SAME CLINIC. NEXT STEP.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20BDF-3B45-406C-805D-4724EFD9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592455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b2b01bf6f4aac"/>
          <a:srcRect xmlns:a="http://schemas.openxmlformats.org/drawingml/2006/main" l="2822" t="0" r="28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7981950"/>
            <a:ext cx="5581650" cy="4495800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61D31-F277-40B5-9AD9-9346BA0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153400"/>
            <a:ext cx="2724150" cy="35242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81EF9A-33A5-443D-A0C5-182AD5DC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3629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rPr>
              <a:t>WHY SIGN 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8D656-E794-493A-9973-386D512F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820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EAD0E0-0B83-434B-99AB-C166DFD5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8896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CCB34-7371-47A3-8A6F-1896CFF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8782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save to 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2FEAAC-1CBD-43B5-9849-107FCE3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0868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Keep the lead in view for later.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592A83-3B57-47B8-B5A3-4039D5A9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6202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FB6AE5-06C3-4461-881A-1F77B35F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696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3EFC5C-400F-4688-8F16-11306642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7726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BD4A1-F693-49D3-818D-C040E1A3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6583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details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E7BDEC-24FB-475B-B4A8-A60B68D8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9631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Reopen the same card without searching again.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6748FC-2D89-4004-B62C-CBFDFF3D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49655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01B47-3C85-4A8A-AA26-FEBB9226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57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98AD06-02EA-42AB-A37A-4F3E0EC0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6489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B6C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B8706-B53E-4BF2-9A76-45D060D7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5346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find app link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CB02A2-30B7-41DF-A855-68DFFE2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8394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Move to the next step without texting yourself.</a:t>
            </a:r>
          </a:p>
        </p:txBody>
      </p:sp>
    </p:spTree>
    <p:extLst>
      <p:ext uri="{BB962C8B-B14F-4D97-AF65-F5344CB8AC3E}">
        <p14:creationId xmlns:p14="http://schemas.microsoft.com/office/powerpoint/2010/main" val="1756809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43C65-2FD1-4F21-A5C1-D21D0861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AFE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2F2C5-5E09-45D5-82F4-A54D61E1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13906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6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1EAEF-D0B5-4D0D-855F-ECD043C8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811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D8FF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B6C09-A403-4CAB-9BCF-F7D508B2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15240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0D4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188DA-4FE5-4D3A-97D0-8F254E9D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BC614-FC91-410B-9EF1-60610D3C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F4643-7984-4430-B1A6-32A46D59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91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13FD1-ACE8-4895-8B4B-BAE9B6B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53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 L I N I C A L H O U R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50E9F-55EA-454C-80D2-331BD174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81025"/>
            <a:ext cx="2266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35B48-8B6C-490B-B0DB-29675355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73532-5152-4680-9F34-D5FA1ACF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1F51B-B060-4B96-9922-509F7148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24D3A-D2FC-401D-ABD9-0C50FD19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F0DE0-4CC9-424A-BB69-ED29A135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90575"/>
            <a:ext cx="171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E9754-100A-49CC-8F2E-BEAD1F67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7334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05 / 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8E60-60FE-4F9C-B488-C35A3C3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790993-3139-45F5-9CE9-E5A2C43F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DF257-99BF-491A-9A6B-187BCFD5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F1D69-5640-47A9-8BC4-9088527F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05 START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D0160-D7D7-4778-A4AF-9D982EA1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4286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Browse first.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in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5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4B7F0-ADF2-4124-A8DB-6EC43C42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2362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8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02B3C-E8B6-4C4D-BFDC-81954074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466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Open the map now. Save and track when it helps.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037C5-CF6F-4718-AAC3-9F512E46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334500"/>
            <a:ext cx="342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B2F90-128E-49FD-92C7-7100C10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544050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4324A"/>
                </a:solidFill>
                <a:latin typeface="Aptos Mono"/>
                <a:ea typeface="Aptos Mono"/>
                <a:cs typeface="Aptos Mono"/>
              </a:rPr>
              <a:t>START HERE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B7824-0B18-4F8D-AC61-4FA3A887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867900"/>
            <a:ext cx="29718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clinicalhours.org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1F59C-8064-4806-8008-27D5F16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9156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7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26076"/>
                </a:solidFill>
                <a:latin typeface="Aptos"/>
                <a:ea typeface="Aptos"/>
                <a:cs typeface="Aptos"/>
              </a:rPr>
              <a:t>Browse first. Keep the account step for later.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50971-796B-42BA-9F30-071D6633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7658100"/>
            <a:ext cx="3581400" cy="62865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acd9d348f40ed"/>
          <a:srcRect xmlns:a="http://schemas.openxmlformats.org/drawingml/2006/main" l="4208" t="0" r="42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7829550"/>
            <a:ext cx="3238500" cy="5943600"/>
          </a:xfrm>
          <a:prstGeom xmlns:a="http://schemas.openxmlformats.org/drawingml/2006/main" prst="round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14983-F829-43F8-8F2B-E20E8E7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15950"/>
            <a:ext cx="2705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5F7018-6FED-472D-82FD-8E38BE6A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554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 openings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37FDA0-AFCB-419C-8B2A-B525A4A6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15950"/>
            <a:ext cx="2476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D9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DD39F5-7314-4EAF-913A-DE0B4F51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355407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Sign in to save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7D2F4-4911-4D3B-9D52-182E894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0"/>
            <a:ext cx="2362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>
              <a:alpha val="92157"/>
            </a:srgbClr>
          </a:solidFill>
          <a:ln xmlns:a="http://schemas.openxmlformats.org/drawingml/2006/main" w="9525">
            <a:solidFill>
              <a:srgbClr val="E9EE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8108F5-10C2-4B88-AECC-48BD8FBD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192375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LOW FRICTION CLOSE</a:t>
            </a:r>
          </a:p>
        </p:txBody>
      </p:sp>
    </p:spTree>
    <p:extLst>
      <p:ext uri="{BB962C8B-B14F-4D97-AF65-F5344CB8AC3E}">
        <p14:creationId xmlns:p14="http://schemas.microsoft.com/office/powerpoint/2010/main" val="1602970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2026-06-03T17:46:56.0660000Z</dcterms:created>
  <dcterms:modified xsi:type="dcterms:W3CDTF">2026-06-03T17:46:56.0660000Z</dcterms:modified>
</coreProperties>
</file>