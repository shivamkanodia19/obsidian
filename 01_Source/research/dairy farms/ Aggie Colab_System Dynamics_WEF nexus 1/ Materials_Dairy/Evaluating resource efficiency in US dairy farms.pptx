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0" r:id="rId1"/>
  </p:sldMasterIdLst>
  <p:notesMasterIdLst>
    <p:notesMasterId r:id="rId16"/>
  </p:notesMasterIdLst>
  <p:sldIdLst>
    <p:sldId id="256" r:id="rId2"/>
    <p:sldId id="258" r:id="rId3"/>
    <p:sldId id="260" r:id="rId4"/>
    <p:sldId id="257" r:id="rId5"/>
    <p:sldId id="259" r:id="rId6"/>
    <p:sldId id="261" r:id="rId7"/>
    <p:sldId id="262" r:id="rId8"/>
    <p:sldId id="263" r:id="rId9"/>
    <p:sldId id="264" r:id="rId10"/>
    <p:sldId id="265" r:id="rId11"/>
    <p:sldId id="266" r:id="rId12"/>
    <p:sldId id="269" r:id="rId13"/>
    <p:sldId id="267" r:id="rId14"/>
    <p:sldId id="2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50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910630-E054-4A72-A51A-6C9AF67DE6CB}" v="200" dt="2025-07-02T17:30:33.2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6" d="100"/>
          <a:sy n="66" d="100"/>
        </p:scale>
        <p:origin x="668" y="36"/>
      </p:cViewPr>
      <p:guideLst/>
    </p:cSldViewPr>
  </p:slideViewPr>
  <p:notesTextViewPr>
    <p:cViewPr>
      <p:scale>
        <a:sx n="1" d="1"/>
        <a:sy n="1" d="1"/>
      </p:scale>
      <p:origin x="0" y="-604"/>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parna Pushkaran Ajitha" userId="981e3c1c-39ec-4f64-a025-f2e26bcfa671" providerId="ADAL" clId="{23910630-E054-4A72-A51A-6C9AF67DE6CB}"/>
    <pc:docChg chg="undo custSel addSld modSld sldOrd">
      <pc:chgData name="Aparna Pushkaran Ajitha" userId="981e3c1c-39ec-4f64-a025-f2e26bcfa671" providerId="ADAL" clId="{23910630-E054-4A72-A51A-6C9AF67DE6CB}" dt="2025-07-02T17:34:11.949" v="1416"/>
      <pc:docMkLst>
        <pc:docMk/>
      </pc:docMkLst>
      <pc:sldChg chg="modSp mod">
        <pc:chgData name="Aparna Pushkaran Ajitha" userId="981e3c1c-39ec-4f64-a025-f2e26bcfa671" providerId="ADAL" clId="{23910630-E054-4A72-A51A-6C9AF67DE6CB}" dt="2025-07-01T14:52:51.177" v="1149" actId="14100"/>
        <pc:sldMkLst>
          <pc:docMk/>
          <pc:sldMk cId="2904281769" sldId="257"/>
        </pc:sldMkLst>
        <pc:spChg chg="mod">
          <ac:chgData name="Aparna Pushkaran Ajitha" userId="981e3c1c-39ec-4f64-a025-f2e26bcfa671" providerId="ADAL" clId="{23910630-E054-4A72-A51A-6C9AF67DE6CB}" dt="2025-07-01T14:52:51.177" v="1149" actId="14100"/>
          <ac:spMkLst>
            <pc:docMk/>
            <pc:sldMk cId="2904281769" sldId="257"/>
            <ac:spMk id="3" creationId="{242E9F74-2821-8845-F544-9D923BCC1D91}"/>
          </ac:spMkLst>
        </pc:spChg>
        <pc:spChg chg="mod">
          <ac:chgData name="Aparna Pushkaran Ajitha" userId="981e3c1c-39ec-4f64-a025-f2e26bcfa671" providerId="ADAL" clId="{23910630-E054-4A72-A51A-6C9AF67DE6CB}" dt="2025-07-01T14:13:19.024" v="817" actId="115"/>
          <ac:spMkLst>
            <pc:docMk/>
            <pc:sldMk cId="2904281769" sldId="257"/>
            <ac:spMk id="4" creationId="{97AD14C2-0C8F-B415-8A63-0BEEB224DEEE}"/>
          </ac:spMkLst>
        </pc:spChg>
        <pc:picChg chg="mod">
          <ac:chgData name="Aparna Pushkaran Ajitha" userId="981e3c1c-39ec-4f64-a025-f2e26bcfa671" providerId="ADAL" clId="{23910630-E054-4A72-A51A-6C9AF67DE6CB}" dt="2025-07-01T14:52:47.799" v="1148" actId="14100"/>
          <ac:picMkLst>
            <pc:docMk/>
            <pc:sldMk cId="2904281769" sldId="257"/>
            <ac:picMk id="7" creationId="{8C41DE43-2CCF-8EB8-7225-4A8BA4BC9229}"/>
          </ac:picMkLst>
        </pc:picChg>
      </pc:sldChg>
      <pc:sldChg chg="addSp modSp mod modNotesTx">
        <pc:chgData name="Aparna Pushkaran Ajitha" userId="981e3c1c-39ec-4f64-a025-f2e26bcfa671" providerId="ADAL" clId="{23910630-E054-4A72-A51A-6C9AF67DE6CB}" dt="2025-07-02T16:34:30.787" v="1339"/>
        <pc:sldMkLst>
          <pc:docMk/>
          <pc:sldMk cId="2516780473" sldId="258"/>
        </pc:sldMkLst>
        <pc:spChg chg="mod">
          <ac:chgData name="Aparna Pushkaran Ajitha" userId="981e3c1c-39ec-4f64-a025-f2e26bcfa671" providerId="ADAL" clId="{23910630-E054-4A72-A51A-6C9AF67DE6CB}" dt="2025-07-01T14:45:18.329" v="1146" actId="1076"/>
          <ac:spMkLst>
            <pc:docMk/>
            <pc:sldMk cId="2516780473" sldId="258"/>
            <ac:spMk id="2" creationId="{49C9519E-B1C2-0BE2-0AB4-2379D496774E}"/>
          </ac:spMkLst>
        </pc:spChg>
        <pc:spChg chg="add mod">
          <ac:chgData name="Aparna Pushkaran Ajitha" userId="981e3c1c-39ec-4f64-a025-f2e26bcfa671" providerId="ADAL" clId="{23910630-E054-4A72-A51A-6C9AF67DE6CB}" dt="2025-07-02T14:05:36.663" v="1168" actId="2710"/>
          <ac:spMkLst>
            <pc:docMk/>
            <pc:sldMk cId="2516780473" sldId="258"/>
            <ac:spMk id="4" creationId="{170801F7-2A30-F47B-98A1-723E247A6704}"/>
          </ac:spMkLst>
        </pc:spChg>
      </pc:sldChg>
      <pc:sldChg chg="addSp delSp modSp mod">
        <pc:chgData name="Aparna Pushkaran Ajitha" userId="981e3c1c-39ec-4f64-a025-f2e26bcfa671" providerId="ADAL" clId="{23910630-E054-4A72-A51A-6C9AF67DE6CB}" dt="2025-07-01T14:13:29.122" v="820" actId="115"/>
        <pc:sldMkLst>
          <pc:docMk/>
          <pc:sldMk cId="223950950" sldId="259"/>
        </pc:sldMkLst>
        <pc:spChg chg="add del mod">
          <ac:chgData name="Aparna Pushkaran Ajitha" userId="981e3c1c-39ec-4f64-a025-f2e26bcfa671" providerId="ADAL" clId="{23910630-E054-4A72-A51A-6C9AF67DE6CB}" dt="2025-07-01T14:13:29.122" v="820" actId="115"/>
          <ac:spMkLst>
            <pc:docMk/>
            <pc:sldMk cId="223950950" sldId="259"/>
            <ac:spMk id="2" creationId="{931F1030-E52E-5E5A-B48E-2600C72E711B}"/>
          </ac:spMkLst>
        </pc:spChg>
        <pc:graphicFrameChg chg="add del">
          <ac:chgData name="Aparna Pushkaran Ajitha" userId="981e3c1c-39ec-4f64-a025-f2e26bcfa671" providerId="ADAL" clId="{23910630-E054-4A72-A51A-6C9AF67DE6CB}" dt="2025-07-01T13:52:10.574" v="519" actId="26606"/>
          <ac:graphicFrameMkLst>
            <pc:docMk/>
            <pc:sldMk cId="223950950" sldId="259"/>
            <ac:graphicFrameMk id="6" creationId="{4CCAF7EF-86C6-F5F2-6029-07F0070B952B}"/>
          </ac:graphicFrameMkLst>
        </pc:graphicFrameChg>
      </pc:sldChg>
      <pc:sldChg chg="addSp delSp modSp new mod setBg">
        <pc:chgData name="Aparna Pushkaran Ajitha" userId="981e3c1c-39ec-4f64-a025-f2e26bcfa671" providerId="ADAL" clId="{23910630-E054-4A72-A51A-6C9AF67DE6CB}" dt="2025-07-02T13:58:13.157" v="1151" actId="20577"/>
        <pc:sldMkLst>
          <pc:docMk/>
          <pc:sldMk cId="845610037" sldId="260"/>
        </pc:sldMkLst>
        <pc:spChg chg="add del mod">
          <ac:chgData name="Aparna Pushkaran Ajitha" userId="981e3c1c-39ec-4f64-a025-f2e26bcfa671" providerId="ADAL" clId="{23910630-E054-4A72-A51A-6C9AF67DE6CB}" dt="2025-07-01T13:32:40.291" v="261" actId="26606"/>
          <ac:spMkLst>
            <pc:docMk/>
            <pc:sldMk cId="845610037" sldId="260"/>
            <ac:spMk id="5" creationId="{763C2F08-0EC5-0505-307F-398AC82B8F24}"/>
          </ac:spMkLst>
        </pc:spChg>
        <pc:spChg chg="add mod">
          <ac:chgData name="Aparna Pushkaran Ajitha" userId="981e3c1c-39ec-4f64-a025-f2e26bcfa671" providerId="ADAL" clId="{23910630-E054-4A72-A51A-6C9AF67DE6CB}" dt="2025-07-01T13:39:19.440" v="361" actId="115"/>
          <ac:spMkLst>
            <pc:docMk/>
            <pc:sldMk cId="845610037" sldId="260"/>
            <ac:spMk id="6" creationId="{722DE3F7-9810-4357-4A9B-FEA82E6183B5}"/>
          </ac:spMkLst>
        </pc:spChg>
        <pc:spChg chg="add">
          <ac:chgData name="Aparna Pushkaran Ajitha" userId="981e3c1c-39ec-4f64-a025-f2e26bcfa671" providerId="ADAL" clId="{23910630-E054-4A72-A51A-6C9AF67DE6CB}" dt="2025-07-01T13:32:40.291" v="261" actId="26606"/>
          <ac:spMkLst>
            <pc:docMk/>
            <pc:sldMk cId="845610037" sldId="260"/>
            <ac:spMk id="11" creationId="{774A975B-A886-5202-0489-6965514A0D14}"/>
          </ac:spMkLst>
        </pc:spChg>
        <pc:spChg chg="add">
          <ac:chgData name="Aparna Pushkaran Ajitha" userId="981e3c1c-39ec-4f64-a025-f2e26bcfa671" providerId="ADAL" clId="{23910630-E054-4A72-A51A-6C9AF67DE6CB}" dt="2025-07-01T13:32:40.291" v="261" actId="26606"/>
          <ac:spMkLst>
            <pc:docMk/>
            <pc:sldMk cId="845610037" sldId="260"/>
            <ac:spMk id="13" creationId="{E8BAA160-18A6-38AE-4699-2AD01EF53C77}"/>
          </ac:spMkLst>
        </pc:spChg>
        <pc:spChg chg="add">
          <ac:chgData name="Aparna Pushkaran Ajitha" userId="981e3c1c-39ec-4f64-a025-f2e26bcfa671" providerId="ADAL" clId="{23910630-E054-4A72-A51A-6C9AF67DE6CB}" dt="2025-07-01T13:32:40.291" v="261" actId="26606"/>
          <ac:spMkLst>
            <pc:docMk/>
            <pc:sldMk cId="845610037" sldId="260"/>
            <ac:spMk id="15" creationId="{817D949E-564D-4503-A64E-D22FA3232C29}"/>
          </ac:spMkLst>
        </pc:spChg>
        <pc:spChg chg="add">
          <ac:chgData name="Aparna Pushkaran Ajitha" userId="981e3c1c-39ec-4f64-a025-f2e26bcfa671" providerId="ADAL" clId="{23910630-E054-4A72-A51A-6C9AF67DE6CB}" dt="2025-07-01T13:32:40.291" v="261" actId="26606"/>
          <ac:spMkLst>
            <pc:docMk/>
            <pc:sldMk cId="845610037" sldId="260"/>
            <ac:spMk id="17" creationId="{92BE0106-0C20-465B-A1BE-0BAC2737B1AD}"/>
          </ac:spMkLst>
        </pc:spChg>
        <pc:spChg chg="add">
          <ac:chgData name="Aparna Pushkaran Ajitha" userId="981e3c1c-39ec-4f64-a025-f2e26bcfa671" providerId="ADAL" clId="{23910630-E054-4A72-A51A-6C9AF67DE6CB}" dt="2025-07-01T13:32:40.291" v="261" actId="26606"/>
          <ac:spMkLst>
            <pc:docMk/>
            <pc:sldMk cId="845610037" sldId="260"/>
            <ac:spMk id="19" creationId="{851808AB-2943-464C-A710-F2A18D869334}"/>
          </ac:spMkLst>
        </pc:spChg>
        <pc:graphicFrameChg chg="add mod modGraphic">
          <ac:chgData name="Aparna Pushkaran Ajitha" userId="981e3c1c-39ec-4f64-a025-f2e26bcfa671" providerId="ADAL" clId="{23910630-E054-4A72-A51A-6C9AF67DE6CB}" dt="2025-07-02T13:58:13.157" v="1151" actId="20577"/>
          <ac:graphicFrameMkLst>
            <pc:docMk/>
            <pc:sldMk cId="845610037" sldId="260"/>
            <ac:graphicFrameMk id="7" creationId="{29E0C729-3CCA-49DC-F0F2-11C26495FFEA}"/>
          </ac:graphicFrameMkLst>
        </pc:graphicFrameChg>
        <pc:picChg chg="add del mod">
          <ac:chgData name="Aparna Pushkaran Ajitha" userId="981e3c1c-39ec-4f64-a025-f2e26bcfa671" providerId="ADAL" clId="{23910630-E054-4A72-A51A-6C9AF67DE6CB}" dt="2025-07-01T13:30:32.887" v="234" actId="478"/>
          <ac:picMkLst>
            <pc:docMk/>
            <pc:sldMk cId="845610037" sldId="260"/>
            <ac:picMk id="3" creationId="{D04F7EC7-B247-F156-EC20-D4BD0BFEF5DD}"/>
          </ac:picMkLst>
        </pc:picChg>
      </pc:sldChg>
      <pc:sldChg chg="addSp delSp modSp new mod setBg addAnim delAnim setClrOvrMap">
        <pc:chgData name="Aparna Pushkaran Ajitha" userId="981e3c1c-39ec-4f64-a025-f2e26bcfa671" providerId="ADAL" clId="{23910630-E054-4A72-A51A-6C9AF67DE6CB}" dt="2025-07-01T14:12:47.042" v="811"/>
        <pc:sldMkLst>
          <pc:docMk/>
          <pc:sldMk cId="3740650746" sldId="261"/>
        </pc:sldMkLst>
        <pc:spChg chg="add mod">
          <ac:chgData name="Aparna Pushkaran Ajitha" userId="981e3c1c-39ec-4f64-a025-f2e26bcfa671" providerId="ADAL" clId="{23910630-E054-4A72-A51A-6C9AF67DE6CB}" dt="2025-07-01T14:10:11.565" v="779" actId="1076"/>
          <ac:spMkLst>
            <pc:docMk/>
            <pc:sldMk cId="3740650746" sldId="261"/>
            <ac:spMk id="3" creationId="{A98F8D5C-3542-6D45-EA1B-F4D255DAB94C}"/>
          </ac:spMkLst>
        </pc:spChg>
        <pc:spChg chg="add del mod">
          <ac:chgData name="Aparna Pushkaran Ajitha" userId="981e3c1c-39ec-4f64-a025-f2e26bcfa671" providerId="ADAL" clId="{23910630-E054-4A72-A51A-6C9AF67DE6CB}" dt="2025-07-01T14:10:16.396" v="781" actId="27636"/>
          <ac:spMkLst>
            <pc:docMk/>
            <pc:sldMk cId="3740650746" sldId="261"/>
            <ac:spMk id="6" creationId="{5F7E8CAF-3712-1A6B-DCB3-657C758398D6}"/>
          </ac:spMkLst>
        </pc:spChg>
        <pc:spChg chg="add del">
          <ac:chgData name="Aparna Pushkaran Ajitha" userId="981e3c1c-39ec-4f64-a025-f2e26bcfa671" providerId="ADAL" clId="{23910630-E054-4A72-A51A-6C9AF67DE6CB}" dt="2025-07-01T13:53:59.779" v="585" actId="26606"/>
          <ac:spMkLst>
            <pc:docMk/>
            <pc:sldMk cId="3740650746" sldId="261"/>
            <ac:spMk id="9" creationId="{774A975B-A886-5202-0489-6965514A0D14}"/>
          </ac:spMkLst>
        </pc:spChg>
        <pc:spChg chg="add del">
          <ac:chgData name="Aparna Pushkaran Ajitha" userId="981e3c1c-39ec-4f64-a025-f2e26bcfa671" providerId="ADAL" clId="{23910630-E054-4A72-A51A-6C9AF67DE6CB}" dt="2025-07-01T13:53:59.779" v="585" actId="26606"/>
          <ac:spMkLst>
            <pc:docMk/>
            <pc:sldMk cId="3740650746" sldId="261"/>
            <ac:spMk id="11" creationId="{EA67E988-5919-57BB-C7DE-D3EAD38A3045}"/>
          </ac:spMkLst>
        </pc:spChg>
        <pc:spChg chg="add del">
          <ac:chgData name="Aparna Pushkaran Ajitha" userId="981e3c1c-39ec-4f64-a025-f2e26bcfa671" providerId="ADAL" clId="{23910630-E054-4A72-A51A-6C9AF67DE6CB}" dt="2025-07-01T13:53:59.779" v="585" actId="26606"/>
          <ac:spMkLst>
            <pc:docMk/>
            <pc:sldMk cId="3740650746" sldId="261"/>
            <ac:spMk id="13" creationId="{0EECA69B-4C2A-7F31-8019-E90DB3BD49CB}"/>
          </ac:spMkLst>
        </pc:spChg>
        <pc:spChg chg="add del">
          <ac:chgData name="Aparna Pushkaran Ajitha" userId="981e3c1c-39ec-4f64-a025-f2e26bcfa671" providerId="ADAL" clId="{23910630-E054-4A72-A51A-6C9AF67DE6CB}" dt="2025-07-01T13:53:59.779" v="585" actId="26606"/>
          <ac:spMkLst>
            <pc:docMk/>
            <pc:sldMk cId="3740650746" sldId="261"/>
            <ac:spMk id="15" creationId="{857DEAC1-B3AA-6569-0A44-A191DF2F3C67}"/>
          </ac:spMkLst>
        </pc:spChg>
        <pc:spChg chg="add del">
          <ac:chgData name="Aparna Pushkaran Ajitha" userId="981e3c1c-39ec-4f64-a025-f2e26bcfa671" providerId="ADAL" clId="{23910630-E054-4A72-A51A-6C9AF67DE6CB}" dt="2025-07-01T14:07:12.701" v="704" actId="26606"/>
          <ac:spMkLst>
            <pc:docMk/>
            <pc:sldMk cId="3740650746" sldId="261"/>
            <ac:spMk id="21" creationId="{774A975B-A886-5202-0489-6965514A0D14}"/>
          </ac:spMkLst>
        </pc:spChg>
        <pc:spChg chg="add del">
          <ac:chgData name="Aparna Pushkaran Ajitha" userId="981e3c1c-39ec-4f64-a025-f2e26bcfa671" providerId="ADAL" clId="{23910630-E054-4A72-A51A-6C9AF67DE6CB}" dt="2025-07-01T13:53:51.262" v="584" actId="26606"/>
          <ac:spMkLst>
            <pc:docMk/>
            <pc:sldMk cId="3740650746" sldId="261"/>
            <ac:spMk id="22" creationId="{774A975B-A886-5202-0489-6965514A0D14}"/>
          </ac:spMkLst>
        </pc:spChg>
        <pc:spChg chg="add del">
          <ac:chgData name="Aparna Pushkaran Ajitha" userId="981e3c1c-39ec-4f64-a025-f2e26bcfa671" providerId="ADAL" clId="{23910630-E054-4A72-A51A-6C9AF67DE6CB}" dt="2025-07-01T14:07:12.701" v="704" actId="26606"/>
          <ac:spMkLst>
            <pc:docMk/>
            <pc:sldMk cId="3740650746" sldId="261"/>
            <ac:spMk id="23" creationId="{EA67E988-5919-57BB-C7DE-D3EAD38A3045}"/>
          </ac:spMkLst>
        </pc:spChg>
        <pc:spChg chg="add del">
          <ac:chgData name="Aparna Pushkaran Ajitha" userId="981e3c1c-39ec-4f64-a025-f2e26bcfa671" providerId="ADAL" clId="{23910630-E054-4A72-A51A-6C9AF67DE6CB}" dt="2025-07-01T13:53:51.262" v="584" actId="26606"/>
          <ac:spMkLst>
            <pc:docMk/>
            <pc:sldMk cId="3740650746" sldId="261"/>
            <ac:spMk id="24" creationId="{EA67E988-5919-57BB-C7DE-D3EAD38A3045}"/>
          </ac:spMkLst>
        </pc:spChg>
        <pc:spChg chg="add del">
          <ac:chgData name="Aparna Pushkaran Ajitha" userId="981e3c1c-39ec-4f64-a025-f2e26bcfa671" providerId="ADAL" clId="{23910630-E054-4A72-A51A-6C9AF67DE6CB}" dt="2025-07-01T14:07:12.701" v="704" actId="26606"/>
          <ac:spMkLst>
            <pc:docMk/>
            <pc:sldMk cId="3740650746" sldId="261"/>
            <ac:spMk id="25" creationId="{33E93247-6229-44AB-A550-739E971E690B}"/>
          </ac:spMkLst>
        </pc:spChg>
        <pc:spChg chg="add del">
          <ac:chgData name="Aparna Pushkaran Ajitha" userId="981e3c1c-39ec-4f64-a025-f2e26bcfa671" providerId="ADAL" clId="{23910630-E054-4A72-A51A-6C9AF67DE6CB}" dt="2025-07-01T13:53:51.262" v="584" actId="26606"/>
          <ac:spMkLst>
            <pc:docMk/>
            <pc:sldMk cId="3740650746" sldId="261"/>
            <ac:spMk id="26" creationId="{FF9FFCE1-E057-415B-A971-88EC7E22AF15}"/>
          </ac:spMkLst>
        </pc:spChg>
        <pc:spChg chg="add del">
          <ac:chgData name="Aparna Pushkaran Ajitha" userId="981e3c1c-39ec-4f64-a025-f2e26bcfa671" providerId="ADAL" clId="{23910630-E054-4A72-A51A-6C9AF67DE6CB}" dt="2025-07-01T14:07:12.701" v="704" actId="26606"/>
          <ac:spMkLst>
            <pc:docMk/>
            <pc:sldMk cId="3740650746" sldId="261"/>
            <ac:spMk id="27" creationId="{912025B4-7337-735E-4DC9-E634D2011984}"/>
          </ac:spMkLst>
        </pc:spChg>
        <pc:spChg chg="add del">
          <ac:chgData name="Aparna Pushkaran Ajitha" userId="981e3c1c-39ec-4f64-a025-f2e26bcfa671" providerId="ADAL" clId="{23910630-E054-4A72-A51A-6C9AF67DE6CB}" dt="2025-07-01T13:53:51.262" v="584" actId="26606"/>
          <ac:spMkLst>
            <pc:docMk/>
            <pc:sldMk cId="3740650746" sldId="261"/>
            <ac:spMk id="28" creationId="{B2C335F7-F61C-4EB4-80F2-4B1438FE66BB}"/>
          </ac:spMkLst>
        </pc:spChg>
        <pc:spChg chg="add del">
          <ac:chgData name="Aparna Pushkaran Ajitha" userId="981e3c1c-39ec-4f64-a025-f2e26bcfa671" providerId="ADAL" clId="{23910630-E054-4A72-A51A-6C9AF67DE6CB}" dt="2025-07-01T14:07:12.701" v="704" actId="26606"/>
          <ac:spMkLst>
            <pc:docMk/>
            <pc:sldMk cId="3740650746" sldId="261"/>
            <ac:spMk id="29" creationId="{150CDACD-D191-E642-F686-FCB54B7E5F67}"/>
          </ac:spMkLst>
        </pc:spChg>
        <pc:spChg chg="add del">
          <ac:chgData name="Aparna Pushkaran Ajitha" userId="981e3c1c-39ec-4f64-a025-f2e26bcfa671" providerId="ADAL" clId="{23910630-E054-4A72-A51A-6C9AF67DE6CB}" dt="2025-07-01T13:53:51.262" v="584" actId="26606"/>
          <ac:spMkLst>
            <pc:docMk/>
            <pc:sldMk cId="3740650746" sldId="261"/>
            <ac:spMk id="30" creationId="{D58401B5-5F1B-4D21-9AC3-AAEC8D366502}"/>
          </ac:spMkLst>
        </pc:spChg>
        <pc:spChg chg="add del">
          <ac:chgData name="Aparna Pushkaran Ajitha" userId="981e3c1c-39ec-4f64-a025-f2e26bcfa671" providerId="ADAL" clId="{23910630-E054-4A72-A51A-6C9AF67DE6CB}" dt="2025-07-01T14:09:02.176" v="755" actId="26606"/>
          <ac:spMkLst>
            <pc:docMk/>
            <pc:sldMk cId="3740650746" sldId="261"/>
            <ac:spMk id="34" creationId="{774A975B-A886-5202-0489-6965514A0D14}"/>
          </ac:spMkLst>
        </pc:spChg>
        <pc:spChg chg="add del">
          <ac:chgData name="Aparna Pushkaran Ajitha" userId="981e3c1c-39ec-4f64-a025-f2e26bcfa671" providerId="ADAL" clId="{23910630-E054-4A72-A51A-6C9AF67DE6CB}" dt="2025-07-01T14:09:02.176" v="755" actId="26606"/>
          <ac:spMkLst>
            <pc:docMk/>
            <pc:sldMk cId="3740650746" sldId="261"/>
            <ac:spMk id="36" creationId="{175EAFFD-4A47-DD53-4F76-BD457E18BF1F}"/>
          </ac:spMkLst>
        </pc:spChg>
        <pc:spChg chg="add del">
          <ac:chgData name="Aparna Pushkaran Ajitha" userId="981e3c1c-39ec-4f64-a025-f2e26bcfa671" providerId="ADAL" clId="{23910630-E054-4A72-A51A-6C9AF67DE6CB}" dt="2025-07-01T14:09:02.176" v="755" actId="26606"/>
          <ac:spMkLst>
            <pc:docMk/>
            <pc:sldMk cId="3740650746" sldId="261"/>
            <ac:spMk id="38" creationId="{7CC1FECC-9CA4-341C-7E20-4728C5147389}"/>
          </ac:spMkLst>
        </pc:spChg>
        <pc:spChg chg="add del">
          <ac:chgData name="Aparna Pushkaran Ajitha" userId="981e3c1c-39ec-4f64-a025-f2e26bcfa671" providerId="ADAL" clId="{23910630-E054-4A72-A51A-6C9AF67DE6CB}" dt="2025-07-01T14:09:02.176" v="755" actId="26606"/>
          <ac:spMkLst>
            <pc:docMk/>
            <pc:sldMk cId="3740650746" sldId="261"/>
            <ac:spMk id="44" creationId="{774A975B-A886-5202-0489-6965514A0D14}"/>
          </ac:spMkLst>
        </pc:spChg>
        <pc:spChg chg="add del">
          <ac:chgData name="Aparna Pushkaran Ajitha" userId="981e3c1c-39ec-4f64-a025-f2e26bcfa671" providerId="ADAL" clId="{23910630-E054-4A72-A51A-6C9AF67DE6CB}" dt="2025-07-01T14:09:02.176" v="755" actId="26606"/>
          <ac:spMkLst>
            <pc:docMk/>
            <pc:sldMk cId="3740650746" sldId="261"/>
            <ac:spMk id="46" creationId="{E8BAA160-18A6-38AE-4699-2AD01EF53C77}"/>
          </ac:spMkLst>
        </pc:spChg>
        <pc:spChg chg="add del">
          <ac:chgData name="Aparna Pushkaran Ajitha" userId="981e3c1c-39ec-4f64-a025-f2e26bcfa671" providerId="ADAL" clId="{23910630-E054-4A72-A51A-6C9AF67DE6CB}" dt="2025-07-01T14:09:02.176" v="755" actId="26606"/>
          <ac:spMkLst>
            <pc:docMk/>
            <pc:sldMk cId="3740650746" sldId="261"/>
            <ac:spMk id="48" creationId="{04213918-F1EB-4BCE-BE23-F5E9851EE05C}"/>
          </ac:spMkLst>
        </pc:spChg>
        <pc:spChg chg="add del">
          <ac:chgData name="Aparna Pushkaran Ajitha" userId="981e3c1c-39ec-4f64-a025-f2e26bcfa671" providerId="ADAL" clId="{23910630-E054-4A72-A51A-6C9AF67DE6CB}" dt="2025-07-01T14:09:02.176" v="755" actId="26606"/>
          <ac:spMkLst>
            <pc:docMk/>
            <pc:sldMk cId="3740650746" sldId="261"/>
            <ac:spMk id="50" creationId="{2062E862-C7F7-4CA1-B929-D0B75F5E9FB9}"/>
          </ac:spMkLst>
        </pc:spChg>
        <pc:graphicFrameChg chg="add del">
          <ac:chgData name="Aparna Pushkaran Ajitha" userId="981e3c1c-39ec-4f64-a025-f2e26bcfa671" providerId="ADAL" clId="{23910630-E054-4A72-A51A-6C9AF67DE6CB}" dt="2025-07-01T14:06:57.464" v="700" actId="26606"/>
          <ac:graphicFrameMkLst>
            <pc:docMk/>
            <pc:sldMk cId="3740650746" sldId="261"/>
            <ac:graphicFrameMk id="31" creationId="{29850F3D-E674-FC9F-4594-863DE5D0922E}"/>
          </ac:graphicFrameMkLst>
        </pc:graphicFrameChg>
        <pc:graphicFrameChg chg="add del mod modGraphic">
          <ac:chgData name="Aparna Pushkaran Ajitha" userId="981e3c1c-39ec-4f64-a025-f2e26bcfa671" providerId="ADAL" clId="{23910630-E054-4A72-A51A-6C9AF67DE6CB}" dt="2025-07-01T14:09:02.176" v="755" actId="26606"/>
          <ac:graphicFrameMkLst>
            <pc:docMk/>
            <pc:sldMk cId="3740650746" sldId="261"/>
            <ac:graphicFrameMk id="40" creationId="{36317882-C5A5-85EC-271C-7125B3ACE4CA}"/>
          </ac:graphicFrameMkLst>
        </pc:graphicFrameChg>
        <pc:picChg chg="add del mod">
          <ac:chgData name="Aparna Pushkaran Ajitha" userId="981e3c1c-39ec-4f64-a025-f2e26bcfa671" providerId="ADAL" clId="{23910630-E054-4A72-A51A-6C9AF67DE6CB}" dt="2025-07-01T13:53:01.839" v="530" actId="21"/>
          <ac:picMkLst>
            <pc:docMk/>
            <pc:sldMk cId="3740650746" sldId="261"/>
            <ac:picMk id="5" creationId="{C9267321-DD29-EBF0-42A0-D42D41D07289}"/>
          </ac:picMkLst>
        </pc:picChg>
        <pc:picChg chg="del mod">
          <ac:chgData name="Aparna Pushkaran Ajitha" userId="981e3c1c-39ec-4f64-a025-f2e26bcfa671" providerId="ADAL" clId="{23910630-E054-4A72-A51A-6C9AF67DE6CB}" dt="2025-07-01T14:07:23.632" v="706" actId="478"/>
          <ac:picMkLst>
            <pc:docMk/>
            <pc:sldMk cId="3740650746" sldId="261"/>
            <ac:picMk id="17" creationId="{5E5FDA15-671C-7CD1-B887-8F7398301E08}"/>
          </ac:picMkLst>
        </pc:picChg>
        <pc:picChg chg="mod">
          <ac:chgData name="Aparna Pushkaran Ajitha" userId="981e3c1c-39ec-4f64-a025-f2e26bcfa671" providerId="ADAL" clId="{23910630-E054-4A72-A51A-6C9AF67DE6CB}" dt="2025-07-01T13:53:48.942" v="583" actId="14100"/>
          <ac:picMkLst>
            <pc:docMk/>
            <pc:sldMk cId="3740650746" sldId="261"/>
            <ac:picMk id="19" creationId="{A4BEB728-FED5-9BFA-4471-01904315E1DB}"/>
          </ac:picMkLst>
        </pc:picChg>
      </pc:sldChg>
      <pc:sldChg chg="addSp delSp modSp new mod setBg setClrOvrMap modNotesTx">
        <pc:chgData name="Aparna Pushkaran Ajitha" userId="981e3c1c-39ec-4f64-a025-f2e26bcfa671" providerId="ADAL" clId="{23910630-E054-4A72-A51A-6C9AF67DE6CB}" dt="2025-07-02T17:30:33.273" v="1413" actId="20577"/>
        <pc:sldMkLst>
          <pc:docMk/>
          <pc:sldMk cId="1172397142" sldId="262"/>
        </pc:sldMkLst>
        <pc:spChg chg="add del mod">
          <ac:chgData name="Aparna Pushkaran Ajitha" userId="981e3c1c-39ec-4f64-a025-f2e26bcfa671" providerId="ADAL" clId="{23910630-E054-4A72-A51A-6C9AF67DE6CB}" dt="2025-07-02T14:12:50.638" v="1249" actId="26606"/>
          <ac:spMkLst>
            <pc:docMk/>
            <pc:sldMk cId="1172397142" sldId="262"/>
            <ac:spMk id="3" creationId="{07DBBBFB-E1DB-5863-5564-B9B33548CB72}"/>
          </ac:spMkLst>
        </pc:spChg>
        <pc:spChg chg="add del">
          <ac:chgData name="Aparna Pushkaran Ajitha" userId="981e3c1c-39ec-4f64-a025-f2e26bcfa671" providerId="ADAL" clId="{23910630-E054-4A72-A51A-6C9AF67DE6CB}" dt="2025-07-01T14:13:52.698" v="822" actId="26606"/>
          <ac:spMkLst>
            <pc:docMk/>
            <pc:sldMk cId="1172397142" sldId="262"/>
            <ac:spMk id="9" creationId="{774A975B-A886-5202-0489-6965514A0D14}"/>
          </ac:spMkLst>
        </pc:spChg>
        <pc:spChg chg="add del">
          <ac:chgData name="Aparna Pushkaran Ajitha" userId="981e3c1c-39ec-4f64-a025-f2e26bcfa671" providerId="ADAL" clId="{23910630-E054-4A72-A51A-6C9AF67DE6CB}" dt="2025-07-01T14:13:52.698" v="822" actId="26606"/>
          <ac:spMkLst>
            <pc:docMk/>
            <pc:sldMk cId="1172397142" sldId="262"/>
            <ac:spMk id="11" creationId="{EA67E988-5919-57BB-C7DE-D3EAD38A3045}"/>
          </ac:spMkLst>
        </pc:spChg>
        <pc:spChg chg="add del">
          <ac:chgData name="Aparna Pushkaran Ajitha" userId="981e3c1c-39ec-4f64-a025-f2e26bcfa671" providerId="ADAL" clId="{23910630-E054-4A72-A51A-6C9AF67DE6CB}" dt="2025-07-01T14:13:52.698" v="822" actId="26606"/>
          <ac:spMkLst>
            <pc:docMk/>
            <pc:sldMk cId="1172397142" sldId="262"/>
            <ac:spMk id="13" creationId="{E20BB609-EF92-42DB-836C-0699A590B5CF}"/>
          </ac:spMkLst>
        </pc:spChg>
        <pc:spChg chg="add del">
          <ac:chgData name="Aparna Pushkaran Ajitha" userId="981e3c1c-39ec-4f64-a025-f2e26bcfa671" providerId="ADAL" clId="{23910630-E054-4A72-A51A-6C9AF67DE6CB}" dt="2025-07-01T14:13:52.698" v="822" actId="26606"/>
          <ac:spMkLst>
            <pc:docMk/>
            <pc:sldMk cId="1172397142" sldId="262"/>
            <ac:spMk id="15" creationId="{637992A9-1E8C-4E57-B4F4-EE2D38E504A2}"/>
          </ac:spMkLst>
        </pc:spChg>
        <pc:spChg chg="add del">
          <ac:chgData name="Aparna Pushkaran Ajitha" userId="981e3c1c-39ec-4f64-a025-f2e26bcfa671" providerId="ADAL" clId="{23910630-E054-4A72-A51A-6C9AF67DE6CB}" dt="2025-07-01T14:13:52.698" v="822" actId="26606"/>
          <ac:spMkLst>
            <pc:docMk/>
            <pc:sldMk cId="1172397142" sldId="262"/>
            <ac:spMk id="17" creationId="{B2C335F7-F61C-4EB4-80F2-4B1438FE66BB}"/>
          </ac:spMkLst>
        </pc:spChg>
        <pc:spChg chg="add del">
          <ac:chgData name="Aparna Pushkaran Ajitha" userId="981e3c1c-39ec-4f64-a025-f2e26bcfa671" providerId="ADAL" clId="{23910630-E054-4A72-A51A-6C9AF67DE6CB}" dt="2025-07-01T14:13:54.140" v="824" actId="26606"/>
          <ac:spMkLst>
            <pc:docMk/>
            <pc:sldMk cId="1172397142" sldId="262"/>
            <ac:spMk id="19" creationId="{774A975B-A886-5202-0489-6965514A0D14}"/>
          </ac:spMkLst>
        </pc:spChg>
        <pc:spChg chg="add del">
          <ac:chgData name="Aparna Pushkaran Ajitha" userId="981e3c1c-39ec-4f64-a025-f2e26bcfa671" providerId="ADAL" clId="{23910630-E054-4A72-A51A-6C9AF67DE6CB}" dt="2025-07-01T14:13:54.140" v="824" actId="26606"/>
          <ac:spMkLst>
            <pc:docMk/>
            <pc:sldMk cId="1172397142" sldId="262"/>
            <ac:spMk id="20" creationId="{EA67E988-5919-57BB-C7DE-D3EAD38A3045}"/>
          </ac:spMkLst>
        </pc:spChg>
        <pc:spChg chg="add del">
          <ac:chgData name="Aparna Pushkaran Ajitha" userId="981e3c1c-39ec-4f64-a025-f2e26bcfa671" providerId="ADAL" clId="{23910630-E054-4A72-A51A-6C9AF67DE6CB}" dt="2025-07-01T14:13:54.140" v="824" actId="26606"/>
          <ac:spMkLst>
            <pc:docMk/>
            <pc:sldMk cId="1172397142" sldId="262"/>
            <ac:spMk id="21" creationId="{0EECA69B-4C2A-7F31-8019-E90DB3BD49CB}"/>
          </ac:spMkLst>
        </pc:spChg>
        <pc:spChg chg="add del">
          <ac:chgData name="Aparna Pushkaran Ajitha" userId="981e3c1c-39ec-4f64-a025-f2e26bcfa671" providerId="ADAL" clId="{23910630-E054-4A72-A51A-6C9AF67DE6CB}" dt="2025-07-01T14:13:54.140" v="824" actId="26606"/>
          <ac:spMkLst>
            <pc:docMk/>
            <pc:sldMk cId="1172397142" sldId="262"/>
            <ac:spMk id="23" creationId="{857DEAC1-B3AA-6569-0A44-A191DF2F3C67}"/>
          </ac:spMkLst>
        </pc:spChg>
        <pc:spChg chg="add del">
          <ac:chgData name="Aparna Pushkaran Ajitha" userId="981e3c1c-39ec-4f64-a025-f2e26bcfa671" providerId="ADAL" clId="{23910630-E054-4A72-A51A-6C9AF67DE6CB}" dt="2025-07-01T14:14:01.010" v="826" actId="26606"/>
          <ac:spMkLst>
            <pc:docMk/>
            <pc:sldMk cId="1172397142" sldId="262"/>
            <ac:spMk id="25" creationId="{774A975B-A886-5202-0489-6965514A0D14}"/>
          </ac:spMkLst>
        </pc:spChg>
        <pc:spChg chg="add del">
          <ac:chgData name="Aparna Pushkaran Ajitha" userId="981e3c1c-39ec-4f64-a025-f2e26bcfa671" providerId="ADAL" clId="{23910630-E054-4A72-A51A-6C9AF67DE6CB}" dt="2025-07-01T14:14:01.010" v="826" actId="26606"/>
          <ac:spMkLst>
            <pc:docMk/>
            <pc:sldMk cId="1172397142" sldId="262"/>
            <ac:spMk id="26" creationId="{EA67E988-5919-57BB-C7DE-D3EAD38A3045}"/>
          </ac:spMkLst>
        </pc:spChg>
        <pc:spChg chg="add del">
          <ac:chgData name="Aparna Pushkaran Ajitha" userId="981e3c1c-39ec-4f64-a025-f2e26bcfa671" providerId="ADAL" clId="{23910630-E054-4A72-A51A-6C9AF67DE6CB}" dt="2025-07-01T14:14:01.010" v="826" actId="26606"/>
          <ac:spMkLst>
            <pc:docMk/>
            <pc:sldMk cId="1172397142" sldId="262"/>
            <ac:spMk id="27" creationId="{E20BB609-EF92-42DB-836C-0699A590B5CF}"/>
          </ac:spMkLst>
        </pc:spChg>
        <pc:spChg chg="add del">
          <ac:chgData name="Aparna Pushkaran Ajitha" userId="981e3c1c-39ec-4f64-a025-f2e26bcfa671" providerId="ADAL" clId="{23910630-E054-4A72-A51A-6C9AF67DE6CB}" dt="2025-07-01T14:14:01.010" v="826" actId="26606"/>
          <ac:spMkLst>
            <pc:docMk/>
            <pc:sldMk cId="1172397142" sldId="262"/>
            <ac:spMk id="29" creationId="{637992A9-1E8C-4E57-B4F4-EE2D38E504A2}"/>
          </ac:spMkLst>
        </pc:spChg>
        <pc:spChg chg="add del">
          <ac:chgData name="Aparna Pushkaran Ajitha" userId="981e3c1c-39ec-4f64-a025-f2e26bcfa671" providerId="ADAL" clId="{23910630-E054-4A72-A51A-6C9AF67DE6CB}" dt="2025-07-01T14:14:01.010" v="826" actId="26606"/>
          <ac:spMkLst>
            <pc:docMk/>
            <pc:sldMk cId="1172397142" sldId="262"/>
            <ac:spMk id="30" creationId="{B2C335F7-F61C-4EB4-80F2-4B1438FE66BB}"/>
          </ac:spMkLst>
        </pc:spChg>
        <pc:spChg chg="add del">
          <ac:chgData name="Aparna Pushkaran Ajitha" userId="981e3c1c-39ec-4f64-a025-f2e26bcfa671" providerId="ADAL" clId="{23910630-E054-4A72-A51A-6C9AF67DE6CB}" dt="2025-07-02T14:12:50.638" v="1249" actId="26606"/>
          <ac:spMkLst>
            <pc:docMk/>
            <pc:sldMk cId="1172397142" sldId="262"/>
            <ac:spMk id="32" creationId="{774A975B-A886-5202-0489-6965514A0D14}"/>
          </ac:spMkLst>
        </pc:spChg>
        <pc:spChg chg="add del">
          <ac:chgData name="Aparna Pushkaran Ajitha" userId="981e3c1c-39ec-4f64-a025-f2e26bcfa671" providerId="ADAL" clId="{23910630-E054-4A72-A51A-6C9AF67DE6CB}" dt="2025-07-02T14:12:50.638" v="1249" actId="26606"/>
          <ac:spMkLst>
            <pc:docMk/>
            <pc:sldMk cId="1172397142" sldId="262"/>
            <ac:spMk id="33" creationId="{EA67E988-5919-57BB-C7DE-D3EAD38A3045}"/>
          </ac:spMkLst>
        </pc:spChg>
        <pc:spChg chg="add del">
          <ac:chgData name="Aparna Pushkaran Ajitha" userId="981e3c1c-39ec-4f64-a025-f2e26bcfa671" providerId="ADAL" clId="{23910630-E054-4A72-A51A-6C9AF67DE6CB}" dt="2025-07-02T14:12:50.638" v="1249" actId="26606"/>
          <ac:spMkLst>
            <pc:docMk/>
            <pc:sldMk cId="1172397142" sldId="262"/>
            <ac:spMk id="34" creationId="{B7E2F724-2FB3-4D1D-A730-739B8654C030}"/>
          </ac:spMkLst>
        </pc:spChg>
        <pc:spChg chg="add del">
          <ac:chgData name="Aparna Pushkaran Ajitha" userId="981e3c1c-39ec-4f64-a025-f2e26bcfa671" providerId="ADAL" clId="{23910630-E054-4A72-A51A-6C9AF67DE6CB}" dt="2025-07-02T14:12:50.638" v="1249" actId="26606"/>
          <ac:spMkLst>
            <pc:docMk/>
            <pc:sldMk cId="1172397142" sldId="262"/>
            <ac:spMk id="36" creationId="{B2C335F7-F61C-4EB4-80F2-4B1438FE66BB}"/>
          </ac:spMkLst>
        </pc:spChg>
        <pc:spChg chg="add">
          <ac:chgData name="Aparna Pushkaran Ajitha" userId="981e3c1c-39ec-4f64-a025-f2e26bcfa671" providerId="ADAL" clId="{23910630-E054-4A72-A51A-6C9AF67DE6CB}" dt="2025-07-02T14:12:50.638" v="1249" actId="26606"/>
          <ac:spMkLst>
            <pc:docMk/>
            <pc:sldMk cId="1172397142" sldId="262"/>
            <ac:spMk id="42" creationId="{774A975B-A886-5202-0489-6965514A0D14}"/>
          </ac:spMkLst>
        </pc:spChg>
        <pc:spChg chg="add">
          <ac:chgData name="Aparna Pushkaran Ajitha" userId="981e3c1c-39ec-4f64-a025-f2e26bcfa671" providerId="ADAL" clId="{23910630-E054-4A72-A51A-6C9AF67DE6CB}" dt="2025-07-02T14:12:50.638" v="1249" actId="26606"/>
          <ac:spMkLst>
            <pc:docMk/>
            <pc:sldMk cId="1172397142" sldId="262"/>
            <ac:spMk id="44" creationId="{E8BAA160-18A6-38AE-4699-2AD01EF53C77}"/>
          </ac:spMkLst>
        </pc:spChg>
        <pc:spChg chg="add">
          <ac:chgData name="Aparna Pushkaran Ajitha" userId="981e3c1c-39ec-4f64-a025-f2e26bcfa671" providerId="ADAL" clId="{23910630-E054-4A72-A51A-6C9AF67DE6CB}" dt="2025-07-02T14:12:50.638" v="1249" actId="26606"/>
          <ac:spMkLst>
            <pc:docMk/>
            <pc:sldMk cId="1172397142" sldId="262"/>
            <ac:spMk id="46" creationId="{04213918-F1EB-4BCE-BE23-F5E9851EE05C}"/>
          </ac:spMkLst>
        </pc:spChg>
        <pc:spChg chg="add">
          <ac:chgData name="Aparna Pushkaran Ajitha" userId="981e3c1c-39ec-4f64-a025-f2e26bcfa671" providerId="ADAL" clId="{23910630-E054-4A72-A51A-6C9AF67DE6CB}" dt="2025-07-02T14:12:50.638" v="1249" actId="26606"/>
          <ac:spMkLst>
            <pc:docMk/>
            <pc:sldMk cId="1172397142" sldId="262"/>
            <ac:spMk id="48" creationId="{2062E862-C7F7-4CA1-B929-D0B75F5E9FB9}"/>
          </ac:spMkLst>
        </pc:spChg>
        <pc:graphicFrameChg chg="add mod modGraphic">
          <ac:chgData name="Aparna Pushkaran Ajitha" userId="981e3c1c-39ec-4f64-a025-f2e26bcfa671" providerId="ADAL" clId="{23910630-E054-4A72-A51A-6C9AF67DE6CB}" dt="2025-07-02T17:30:33.273" v="1413" actId="20577"/>
          <ac:graphicFrameMkLst>
            <pc:docMk/>
            <pc:sldMk cId="1172397142" sldId="262"/>
            <ac:graphicFrameMk id="38" creationId="{904BA657-26F1-0E18-7DD4-261A64A066BB}"/>
          </ac:graphicFrameMkLst>
        </pc:graphicFrameChg>
        <pc:picChg chg="add del">
          <ac:chgData name="Aparna Pushkaran Ajitha" userId="981e3c1c-39ec-4f64-a025-f2e26bcfa671" providerId="ADAL" clId="{23910630-E054-4A72-A51A-6C9AF67DE6CB}" dt="2025-07-01T14:13:52.698" v="822" actId="26606"/>
          <ac:picMkLst>
            <pc:docMk/>
            <pc:sldMk cId="1172397142" sldId="262"/>
            <ac:picMk id="5" creationId="{C439FE87-5940-F9F5-8877-4CACAC310ED8}"/>
          </ac:picMkLst>
        </pc:picChg>
        <pc:picChg chg="add del">
          <ac:chgData name="Aparna Pushkaran Ajitha" userId="981e3c1c-39ec-4f64-a025-f2e26bcfa671" providerId="ADAL" clId="{23910630-E054-4A72-A51A-6C9AF67DE6CB}" dt="2025-07-01T14:13:54.140" v="824" actId="26606"/>
          <ac:picMkLst>
            <pc:docMk/>
            <pc:sldMk cId="1172397142" sldId="262"/>
            <ac:picMk id="22" creationId="{25474503-943E-EC31-E006-93CD429D31F8}"/>
          </ac:picMkLst>
        </pc:picChg>
        <pc:picChg chg="add del">
          <ac:chgData name="Aparna Pushkaran Ajitha" userId="981e3c1c-39ec-4f64-a025-f2e26bcfa671" providerId="ADAL" clId="{23910630-E054-4A72-A51A-6C9AF67DE6CB}" dt="2025-07-01T14:14:01.010" v="826" actId="26606"/>
          <ac:picMkLst>
            <pc:docMk/>
            <pc:sldMk cId="1172397142" sldId="262"/>
            <ac:picMk id="28" creationId="{C439FE87-5940-F9F5-8877-4CACAC310ED8}"/>
          </ac:picMkLst>
        </pc:picChg>
        <pc:picChg chg="add del mod">
          <ac:chgData name="Aparna Pushkaran Ajitha" userId="981e3c1c-39ec-4f64-a025-f2e26bcfa671" providerId="ADAL" clId="{23910630-E054-4A72-A51A-6C9AF67DE6CB}" dt="2025-07-01T14:14:32.210" v="841" actId="478"/>
          <ac:picMkLst>
            <pc:docMk/>
            <pc:sldMk cId="1172397142" sldId="262"/>
            <ac:picMk id="35" creationId="{FB07D06A-8EA6-E4B9-B94F-235F5D189CDB}"/>
          </ac:picMkLst>
        </pc:picChg>
      </pc:sldChg>
      <pc:sldChg chg="addSp delSp modSp new mod setBg modNotesTx">
        <pc:chgData name="Aparna Pushkaran Ajitha" userId="981e3c1c-39ec-4f64-a025-f2e26bcfa671" providerId="ADAL" clId="{23910630-E054-4A72-A51A-6C9AF67DE6CB}" dt="2025-07-02T14:18:15.920" v="1325"/>
        <pc:sldMkLst>
          <pc:docMk/>
          <pc:sldMk cId="2946905671" sldId="263"/>
        </pc:sldMkLst>
        <pc:spChg chg="add mod">
          <ac:chgData name="Aparna Pushkaran Ajitha" userId="981e3c1c-39ec-4f64-a025-f2e26bcfa671" providerId="ADAL" clId="{23910630-E054-4A72-A51A-6C9AF67DE6CB}" dt="2025-07-02T14:17:43.104" v="1324" actId="2710"/>
          <ac:spMkLst>
            <pc:docMk/>
            <pc:sldMk cId="2946905671" sldId="263"/>
            <ac:spMk id="3" creationId="{DBB106FD-DC96-7D42-0530-43DDBE51AA39}"/>
          </ac:spMkLst>
        </pc:spChg>
        <pc:spChg chg="add del">
          <ac:chgData name="Aparna Pushkaran Ajitha" userId="981e3c1c-39ec-4f64-a025-f2e26bcfa671" providerId="ADAL" clId="{23910630-E054-4A72-A51A-6C9AF67DE6CB}" dt="2025-07-02T14:17:10.873" v="1307" actId="26606"/>
          <ac:spMkLst>
            <pc:docMk/>
            <pc:sldMk cId="2946905671" sldId="263"/>
            <ac:spMk id="8" creationId="{774A975B-A886-5202-0489-6965514A0D14}"/>
          </ac:spMkLst>
        </pc:spChg>
        <pc:spChg chg="add del">
          <ac:chgData name="Aparna Pushkaran Ajitha" userId="981e3c1c-39ec-4f64-a025-f2e26bcfa671" providerId="ADAL" clId="{23910630-E054-4A72-A51A-6C9AF67DE6CB}" dt="2025-07-02T14:17:10.873" v="1307" actId="26606"/>
          <ac:spMkLst>
            <pc:docMk/>
            <pc:sldMk cId="2946905671" sldId="263"/>
            <ac:spMk id="10" creationId="{AA083F47-750E-A41F-1E5A-EFB054507C70}"/>
          </ac:spMkLst>
        </pc:spChg>
        <pc:spChg chg="add del">
          <ac:chgData name="Aparna Pushkaran Ajitha" userId="981e3c1c-39ec-4f64-a025-f2e26bcfa671" providerId="ADAL" clId="{23910630-E054-4A72-A51A-6C9AF67DE6CB}" dt="2025-07-02T14:17:10.873" v="1307" actId="26606"/>
          <ac:spMkLst>
            <pc:docMk/>
            <pc:sldMk cId="2946905671" sldId="263"/>
            <ac:spMk id="12" creationId="{EA67E988-5919-57BB-C7DE-D3EAD38A3045}"/>
          </ac:spMkLst>
        </pc:spChg>
        <pc:spChg chg="add del">
          <ac:chgData name="Aparna Pushkaran Ajitha" userId="981e3c1c-39ec-4f64-a025-f2e26bcfa671" providerId="ADAL" clId="{23910630-E054-4A72-A51A-6C9AF67DE6CB}" dt="2025-07-02T14:17:10.873" v="1307" actId="26606"/>
          <ac:spMkLst>
            <pc:docMk/>
            <pc:sldMk cId="2946905671" sldId="263"/>
            <ac:spMk id="14" creationId="{C7EFAAB5-34A3-C2FC-70BA-7720CC8ADBAC}"/>
          </ac:spMkLst>
        </pc:spChg>
        <pc:spChg chg="add del">
          <ac:chgData name="Aparna Pushkaran Ajitha" userId="981e3c1c-39ec-4f64-a025-f2e26bcfa671" providerId="ADAL" clId="{23910630-E054-4A72-A51A-6C9AF67DE6CB}" dt="2025-07-02T14:17:10.873" v="1307" actId="26606"/>
          <ac:spMkLst>
            <pc:docMk/>
            <pc:sldMk cId="2946905671" sldId="263"/>
            <ac:spMk id="16" creationId="{A8A44BC8-2508-4575-75F6-0ED3F11E721E}"/>
          </ac:spMkLst>
        </pc:spChg>
        <pc:spChg chg="add del">
          <ac:chgData name="Aparna Pushkaran Ajitha" userId="981e3c1c-39ec-4f64-a025-f2e26bcfa671" providerId="ADAL" clId="{23910630-E054-4A72-A51A-6C9AF67DE6CB}" dt="2025-07-02T14:17:10.873" v="1307" actId="26606"/>
          <ac:spMkLst>
            <pc:docMk/>
            <pc:sldMk cId="2946905671" sldId="263"/>
            <ac:spMk id="18" creationId="{74BCF1CC-D6F1-21D9-307D-C36BA9E87FB8}"/>
          </ac:spMkLst>
        </pc:spChg>
        <pc:spChg chg="add">
          <ac:chgData name="Aparna Pushkaran Ajitha" userId="981e3c1c-39ec-4f64-a025-f2e26bcfa671" providerId="ADAL" clId="{23910630-E054-4A72-A51A-6C9AF67DE6CB}" dt="2025-07-02T14:17:10.873" v="1307" actId="26606"/>
          <ac:spMkLst>
            <pc:docMk/>
            <pc:sldMk cId="2946905671" sldId="263"/>
            <ac:spMk id="25" creationId="{774A975B-A886-5202-0489-6965514A0D14}"/>
          </ac:spMkLst>
        </pc:spChg>
        <pc:spChg chg="add">
          <ac:chgData name="Aparna Pushkaran Ajitha" userId="981e3c1c-39ec-4f64-a025-f2e26bcfa671" providerId="ADAL" clId="{23910630-E054-4A72-A51A-6C9AF67DE6CB}" dt="2025-07-02T14:17:10.873" v="1307" actId="26606"/>
          <ac:spMkLst>
            <pc:docMk/>
            <pc:sldMk cId="2946905671" sldId="263"/>
            <ac:spMk id="27" creationId="{9E10BDB4-64F2-477D-A03B-9F8352D5E02E}"/>
          </ac:spMkLst>
        </pc:spChg>
        <pc:spChg chg="add">
          <ac:chgData name="Aparna Pushkaran Ajitha" userId="981e3c1c-39ec-4f64-a025-f2e26bcfa671" providerId="ADAL" clId="{23910630-E054-4A72-A51A-6C9AF67DE6CB}" dt="2025-07-02T14:17:10.873" v="1307" actId="26606"/>
          <ac:spMkLst>
            <pc:docMk/>
            <pc:sldMk cId="2946905671" sldId="263"/>
            <ac:spMk id="31" creationId="{7271C494-8107-3D61-D611-4FBC7C22A2B8}"/>
          </ac:spMkLst>
        </pc:spChg>
        <pc:picChg chg="mod">
          <ac:chgData name="Aparna Pushkaran Ajitha" userId="981e3c1c-39ec-4f64-a025-f2e26bcfa671" providerId="ADAL" clId="{23910630-E054-4A72-A51A-6C9AF67DE6CB}" dt="2025-07-02T14:17:21.205" v="1309" actId="1076"/>
          <ac:picMkLst>
            <pc:docMk/>
            <pc:sldMk cId="2946905671" sldId="263"/>
            <ac:picMk id="22" creationId="{6E3A7CAB-4D98-B929-FAB6-DC4A68E44CF7}"/>
          </ac:picMkLst>
        </pc:picChg>
      </pc:sldChg>
      <pc:sldChg chg="addSp delSp modSp new mod setBg modNotesTx">
        <pc:chgData name="Aparna Pushkaran Ajitha" userId="981e3c1c-39ec-4f64-a025-f2e26bcfa671" providerId="ADAL" clId="{23910630-E054-4A72-A51A-6C9AF67DE6CB}" dt="2025-07-01T14:22:22.515" v="983" actId="1076"/>
        <pc:sldMkLst>
          <pc:docMk/>
          <pc:sldMk cId="3389807655" sldId="264"/>
        </pc:sldMkLst>
        <pc:spChg chg="add mod">
          <ac:chgData name="Aparna Pushkaran Ajitha" userId="981e3c1c-39ec-4f64-a025-f2e26bcfa671" providerId="ADAL" clId="{23910630-E054-4A72-A51A-6C9AF67DE6CB}" dt="2025-07-01T14:22:19.047" v="982" actId="1076"/>
          <ac:spMkLst>
            <pc:docMk/>
            <pc:sldMk cId="3389807655" sldId="264"/>
            <ac:spMk id="3" creationId="{59E2C250-284A-ACDD-626F-378CB7BB50C0}"/>
          </ac:spMkLst>
        </pc:spChg>
        <pc:spChg chg="add del mod">
          <ac:chgData name="Aparna Pushkaran Ajitha" userId="981e3c1c-39ec-4f64-a025-f2e26bcfa671" providerId="ADAL" clId="{23910630-E054-4A72-A51A-6C9AF67DE6CB}" dt="2025-07-01T14:21:54.947" v="975" actId="26606"/>
          <ac:spMkLst>
            <pc:docMk/>
            <pc:sldMk cId="3389807655" sldId="264"/>
            <ac:spMk id="5" creationId="{3AD22F19-4353-746E-2FAD-09955DCC1F04}"/>
          </ac:spMkLst>
        </pc:spChg>
        <pc:spChg chg="add">
          <ac:chgData name="Aparna Pushkaran Ajitha" userId="981e3c1c-39ec-4f64-a025-f2e26bcfa671" providerId="ADAL" clId="{23910630-E054-4A72-A51A-6C9AF67DE6CB}" dt="2025-07-01T14:21:45.331" v="973" actId="26606"/>
          <ac:spMkLst>
            <pc:docMk/>
            <pc:sldMk cId="3389807655" sldId="264"/>
            <ac:spMk id="12" creationId="{774A975B-A886-5202-0489-6965514A0D14}"/>
          </ac:spMkLst>
        </pc:spChg>
        <pc:spChg chg="add">
          <ac:chgData name="Aparna Pushkaran Ajitha" userId="981e3c1c-39ec-4f64-a025-f2e26bcfa671" providerId="ADAL" clId="{23910630-E054-4A72-A51A-6C9AF67DE6CB}" dt="2025-07-01T14:21:45.331" v="973" actId="26606"/>
          <ac:spMkLst>
            <pc:docMk/>
            <pc:sldMk cId="3389807655" sldId="264"/>
            <ac:spMk id="14" creationId="{0EC38958-9A69-239A-BA79-2AEC73345F4B}"/>
          </ac:spMkLst>
        </pc:spChg>
        <pc:spChg chg="add">
          <ac:chgData name="Aparna Pushkaran Ajitha" userId="981e3c1c-39ec-4f64-a025-f2e26bcfa671" providerId="ADAL" clId="{23910630-E054-4A72-A51A-6C9AF67DE6CB}" dt="2025-07-01T14:21:45.331" v="973" actId="26606"/>
          <ac:spMkLst>
            <pc:docMk/>
            <pc:sldMk cId="3389807655" sldId="264"/>
            <ac:spMk id="16" creationId="{6EC109E5-0396-8968-4F42-DFEC280363B6}"/>
          </ac:spMkLst>
        </pc:spChg>
        <pc:graphicFrameChg chg="add mod modGraphic">
          <ac:chgData name="Aparna Pushkaran Ajitha" userId="981e3c1c-39ec-4f64-a025-f2e26bcfa671" providerId="ADAL" clId="{23910630-E054-4A72-A51A-6C9AF67DE6CB}" dt="2025-07-01T14:22:14.651" v="981" actId="14100"/>
          <ac:graphicFrameMkLst>
            <pc:docMk/>
            <pc:sldMk cId="3389807655" sldId="264"/>
            <ac:graphicFrameMk id="18" creationId="{DE131681-3227-0AD3-899C-2000D619AFC7}"/>
          </ac:graphicFrameMkLst>
        </pc:graphicFrameChg>
        <pc:picChg chg="add mod">
          <ac:chgData name="Aparna Pushkaran Ajitha" userId="981e3c1c-39ec-4f64-a025-f2e26bcfa671" providerId="ADAL" clId="{23910630-E054-4A72-A51A-6C9AF67DE6CB}" dt="2025-07-01T14:22:22.515" v="983" actId="1076"/>
          <ac:picMkLst>
            <pc:docMk/>
            <pc:sldMk cId="3389807655" sldId="264"/>
            <ac:picMk id="9" creationId="{73786456-DDA0-AFA8-B6D6-5829DAD21F29}"/>
          </ac:picMkLst>
        </pc:picChg>
      </pc:sldChg>
      <pc:sldChg chg="addSp delSp modSp new mod setBg">
        <pc:chgData name="Aparna Pushkaran Ajitha" userId="981e3c1c-39ec-4f64-a025-f2e26bcfa671" providerId="ADAL" clId="{23910630-E054-4A72-A51A-6C9AF67DE6CB}" dt="2025-07-01T14:25:33.805" v="1039" actId="732"/>
        <pc:sldMkLst>
          <pc:docMk/>
          <pc:sldMk cId="1037335338" sldId="265"/>
        </pc:sldMkLst>
        <pc:spChg chg="add mod">
          <ac:chgData name="Aparna Pushkaran Ajitha" userId="981e3c1c-39ec-4f64-a025-f2e26bcfa671" providerId="ADAL" clId="{23910630-E054-4A72-A51A-6C9AF67DE6CB}" dt="2025-07-01T14:25:24.141" v="1038" actId="26606"/>
          <ac:spMkLst>
            <pc:docMk/>
            <pc:sldMk cId="1037335338" sldId="265"/>
            <ac:spMk id="4" creationId="{5225920D-8D1E-4296-B3BC-B9A655244726}"/>
          </ac:spMkLst>
        </pc:spChg>
        <pc:spChg chg="add">
          <ac:chgData name="Aparna Pushkaran Ajitha" userId="981e3c1c-39ec-4f64-a025-f2e26bcfa671" providerId="ADAL" clId="{23910630-E054-4A72-A51A-6C9AF67DE6CB}" dt="2025-07-01T14:25:24.141" v="1038" actId="26606"/>
          <ac:spMkLst>
            <pc:docMk/>
            <pc:sldMk cId="1037335338" sldId="265"/>
            <ac:spMk id="6" creationId="{774A975B-A886-5202-0489-6965514A0D14}"/>
          </ac:spMkLst>
        </pc:spChg>
        <pc:spChg chg="add">
          <ac:chgData name="Aparna Pushkaran Ajitha" userId="981e3c1c-39ec-4f64-a025-f2e26bcfa671" providerId="ADAL" clId="{23910630-E054-4A72-A51A-6C9AF67DE6CB}" dt="2025-07-01T14:25:24.141" v="1038" actId="26606"/>
          <ac:spMkLst>
            <pc:docMk/>
            <pc:sldMk cId="1037335338" sldId="265"/>
            <ac:spMk id="7" creationId="{EA67E988-5919-57BB-C7DE-D3EAD38A3045}"/>
          </ac:spMkLst>
        </pc:spChg>
        <pc:spChg chg="add">
          <ac:chgData name="Aparna Pushkaran Ajitha" userId="981e3c1c-39ec-4f64-a025-f2e26bcfa671" providerId="ADAL" clId="{23910630-E054-4A72-A51A-6C9AF67DE6CB}" dt="2025-07-01T14:25:24.141" v="1038" actId="26606"/>
          <ac:spMkLst>
            <pc:docMk/>
            <pc:sldMk cId="1037335338" sldId="265"/>
            <ac:spMk id="8" creationId="{E73AF435-44C8-C44B-9352-ACFA393E2F29}"/>
          </ac:spMkLst>
        </pc:spChg>
        <pc:spChg chg="add del">
          <ac:chgData name="Aparna Pushkaran Ajitha" userId="981e3c1c-39ec-4f64-a025-f2e26bcfa671" providerId="ADAL" clId="{23910630-E054-4A72-A51A-6C9AF67DE6CB}" dt="2025-07-01T14:25:14.435" v="1035" actId="26606"/>
          <ac:spMkLst>
            <pc:docMk/>
            <pc:sldMk cId="1037335338" sldId="265"/>
            <ac:spMk id="9" creationId="{774A975B-A886-5202-0489-6965514A0D14}"/>
          </ac:spMkLst>
        </pc:spChg>
        <pc:spChg chg="add">
          <ac:chgData name="Aparna Pushkaran Ajitha" userId="981e3c1c-39ec-4f64-a025-f2e26bcfa671" providerId="ADAL" clId="{23910630-E054-4A72-A51A-6C9AF67DE6CB}" dt="2025-07-01T14:25:24.141" v="1038" actId="26606"/>
          <ac:spMkLst>
            <pc:docMk/>
            <pc:sldMk cId="1037335338" sldId="265"/>
            <ac:spMk id="10" creationId="{288058DF-7580-C88F-23F0-429412309B31}"/>
          </ac:spMkLst>
        </pc:spChg>
        <pc:spChg chg="add del">
          <ac:chgData name="Aparna Pushkaran Ajitha" userId="981e3c1c-39ec-4f64-a025-f2e26bcfa671" providerId="ADAL" clId="{23910630-E054-4A72-A51A-6C9AF67DE6CB}" dt="2025-07-01T14:25:14.435" v="1035" actId="26606"/>
          <ac:spMkLst>
            <pc:docMk/>
            <pc:sldMk cId="1037335338" sldId="265"/>
            <ac:spMk id="11" creationId="{EA67E988-5919-57BB-C7DE-D3EAD38A3045}"/>
          </ac:spMkLst>
        </pc:spChg>
        <pc:spChg chg="add">
          <ac:chgData name="Aparna Pushkaran Ajitha" userId="981e3c1c-39ec-4f64-a025-f2e26bcfa671" providerId="ADAL" clId="{23910630-E054-4A72-A51A-6C9AF67DE6CB}" dt="2025-07-01T14:25:24.141" v="1038" actId="26606"/>
          <ac:spMkLst>
            <pc:docMk/>
            <pc:sldMk cId="1037335338" sldId="265"/>
            <ac:spMk id="12" creationId="{43F82943-4565-9E0E-E9DB-5B7B417E670A}"/>
          </ac:spMkLst>
        </pc:spChg>
        <pc:spChg chg="add del">
          <ac:chgData name="Aparna Pushkaran Ajitha" userId="981e3c1c-39ec-4f64-a025-f2e26bcfa671" providerId="ADAL" clId="{23910630-E054-4A72-A51A-6C9AF67DE6CB}" dt="2025-07-01T14:25:14.435" v="1035" actId="26606"/>
          <ac:spMkLst>
            <pc:docMk/>
            <pc:sldMk cId="1037335338" sldId="265"/>
            <ac:spMk id="13" creationId="{E73AF435-44C8-C44B-9352-ACFA393E2F29}"/>
          </ac:spMkLst>
        </pc:spChg>
        <pc:spChg chg="add del">
          <ac:chgData name="Aparna Pushkaran Ajitha" userId="981e3c1c-39ec-4f64-a025-f2e26bcfa671" providerId="ADAL" clId="{23910630-E054-4A72-A51A-6C9AF67DE6CB}" dt="2025-07-01T14:25:14.435" v="1035" actId="26606"/>
          <ac:spMkLst>
            <pc:docMk/>
            <pc:sldMk cId="1037335338" sldId="265"/>
            <ac:spMk id="15" creationId="{288058DF-7580-C88F-23F0-429412309B31}"/>
          </ac:spMkLst>
        </pc:spChg>
        <pc:spChg chg="add del">
          <ac:chgData name="Aparna Pushkaran Ajitha" userId="981e3c1c-39ec-4f64-a025-f2e26bcfa671" providerId="ADAL" clId="{23910630-E054-4A72-A51A-6C9AF67DE6CB}" dt="2025-07-01T14:25:14.435" v="1035" actId="26606"/>
          <ac:spMkLst>
            <pc:docMk/>
            <pc:sldMk cId="1037335338" sldId="265"/>
            <ac:spMk id="17" creationId="{43F82943-4565-9E0E-E9DB-5B7B417E670A}"/>
          </ac:spMkLst>
        </pc:spChg>
        <pc:spChg chg="add del">
          <ac:chgData name="Aparna Pushkaran Ajitha" userId="981e3c1c-39ec-4f64-a025-f2e26bcfa671" providerId="ADAL" clId="{23910630-E054-4A72-A51A-6C9AF67DE6CB}" dt="2025-07-01T14:25:21.245" v="1037" actId="26606"/>
          <ac:spMkLst>
            <pc:docMk/>
            <pc:sldMk cId="1037335338" sldId="265"/>
            <ac:spMk id="19" creationId="{774A975B-A886-5202-0489-6965514A0D14}"/>
          </ac:spMkLst>
        </pc:spChg>
        <pc:spChg chg="add del">
          <ac:chgData name="Aparna Pushkaran Ajitha" userId="981e3c1c-39ec-4f64-a025-f2e26bcfa671" providerId="ADAL" clId="{23910630-E054-4A72-A51A-6C9AF67DE6CB}" dt="2025-07-01T14:25:21.245" v="1037" actId="26606"/>
          <ac:spMkLst>
            <pc:docMk/>
            <pc:sldMk cId="1037335338" sldId="265"/>
            <ac:spMk id="20" creationId="{EA67E988-5919-57BB-C7DE-D3EAD38A3045}"/>
          </ac:spMkLst>
        </pc:spChg>
        <pc:spChg chg="add del">
          <ac:chgData name="Aparna Pushkaran Ajitha" userId="981e3c1c-39ec-4f64-a025-f2e26bcfa671" providerId="ADAL" clId="{23910630-E054-4A72-A51A-6C9AF67DE6CB}" dt="2025-07-01T14:25:21.245" v="1037" actId="26606"/>
          <ac:spMkLst>
            <pc:docMk/>
            <pc:sldMk cId="1037335338" sldId="265"/>
            <ac:spMk id="21" creationId="{0EECA69B-4C2A-7F31-8019-E90DB3BD49CB}"/>
          </ac:spMkLst>
        </pc:spChg>
        <pc:spChg chg="add del">
          <ac:chgData name="Aparna Pushkaran Ajitha" userId="981e3c1c-39ec-4f64-a025-f2e26bcfa671" providerId="ADAL" clId="{23910630-E054-4A72-A51A-6C9AF67DE6CB}" dt="2025-07-01T14:25:21.245" v="1037" actId="26606"/>
          <ac:spMkLst>
            <pc:docMk/>
            <pc:sldMk cId="1037335338" sldId="265"/>
            <ac:spMk id="22" creationId="{857DEAC1-B3AA-6569-0A44-A191DF2F3C67}"/>
          </ac:spMkLst>
        </pc:spChg>
        <pc:picChg chg="add mod ord modCrop">
          <ac:chgData name="Aparna Pushkaran Ajitha" userId="981e3c1c-39ec-4f64-a025-f2e26bcfa671" providerId="ADAL" clId="{23910630-E054-4A72-A51A-6C9AF67DE6CB}" dt="2025-07-01T14:25:33.805" v="1039" actId="732"/>
          <ac:picMkLst>
            <pc:docMk/>
            <pc:sldMk cId="1037335338" sldId="265"/>
            <ac:picMk id="3" creationId="{A48C45C8-F8C0-A7EA-DCC1-E79C3705EE61}"/>
          </ac:picMkLst>
        </pc:picChg>
      </pc:sldChg>
      <pc:sldChg chg="addSp modSp new mod setBg modNotesTx">
        <pc:chgData name="Aparna Pushkaran Ajitha" userId="981e3c1c-39ec-4f64-a025-f2e26bcfa671" providerId="ADAL" clId="{23910630-E054-4A72-A51A-6C9AF67DE6CB}" dt="2025-07-02T14:06:34.322" v="1187" actId="404"/>
        <pc:sldMkLst>
          <pc:docMk/>
          <pc:sldMk cId="3112946498" sldId="266"/>
        </pc:sldMkLst>
        <pc:spChg chg="add mod">
          <ac:chgData name="Aparna Pushkaran Ajitha" userId="981e3c1c-39ec-4f64-a025-f2e26bcfa671" providerId="ADAL" clId="{23910630-E054-4A72-A51A-6C9AF67DE6CB}" dt="2025-07-02T14:06:34.322" v="1187" actId="404"/>
          <ac:spMkLst>
            <pc:docMk/>
            <pc:sldMk cId="3112946498" sldId="266"/>
            <ac:spMk id="3" creationId="{4BB11441-903C-7666-517C-57B8184A68A2}"/>
          </ac:spMkLst>
        </pc:spChg>
        <pc:spChg chg="add">
          <ac:chgData name="Aparna Pushkaran Ajitha" userId="981e3c1c-39ec-4f64-a025-f2e26bcfa671" providerId="ADAL" clId="{23910630-E054-4A72-A51A-6C9AF67DE6CB}" dt="2025-07-01T14:36:37.238" v="1084" actId="26606"/>
          <ac:spMkLst>
            <pc:docMk/>
            <pc:sldMk cId="3112946498" sldId="266"/>
            <ac:spMk id="8" creationId="{774A975B-A886-5202-0489-6965514A0D14}"/>
          </ac:spMkLst>
        </pc:spChg>
        <pc:spChg chg="add">
          <ac:chgData name="Aparna Pushkaran Ajitha" userId="981e3c1c-39ec-4f64-a025-f2e26bcfa671" providerId="ADAL" clId="{23910630-E054-4A72-A51A-6C9AF67DE6CB}" dt="2025-07-01T14:36:37.238" v="1084" actId="26606"/>
          <ac:spMkLst>
            <pc:docMk/>
            <pc:sldMk cId="3112946498" sldId="266"/>
            <ac:spMk id="10" creationId="{AA083F47-750E-A41F-1E5A-EFB054507C70}"/>
          </ac:spMkLst>
        </pc:spChg>
        <pc:spChg chg="add">
          <ac:chgData name="Aparna Pushkaran Ajitha" userId="981e3c1c-39ec-4f64-a025-f2e26bcfa671" providerId="ADAL" clId="{23910630-E054-4A72-A51A-6C9AF67DE6CB}" dt="2025-07-01T14:36:37.238" v="1084" actId="26606"/>
          <ac:spMkLst>
            <pc:docMk/>
            <pc:sldMk cId="3112946498" sldId="266"/>
            <ac:spMk id="12" creationId="{EEF92585-7A99-6108-9663-8C59032742EC}"/>
          </ac:spMkLst>
        </pc:spChg>
        <pc:spChg chg="add">
          <ac:chgData name="Aparna Pushkaran Ajitha" userId="981e3c1c-39ec-4f64-a025-f2e26bcfa671" providerId="ADAL" clId="{23910630-E054-4A72-A51A-6C9AF67DE6CB}" dt="2025-07-01T14:36:37.238" v="1084" actId="26606"/>
          <ac:spMkLst>
            <pc:docMk/>
            <pc:sldMk cId="3112946498" sldId="266"/>
            <ac:spMk id="14" creationId="{C6D5B03A-B780-A698-DFA9-C9932F22DDD0}"/>
          </ac:spMkLst>
        </pc:spChg>
      </pc:sldChg>
      <pc:sldChg chg="addSp modSp new mod setBg">
        <pc:chgData name="Aparna Pushkaran Ajitha" userId="981e3c1c-39ec-4f64-a025-f2e26bcfa671" providerId="ADAL" clId="{23910630-E054-4A72-A51A-6C9AF67DE6CB}" dt="2025-07-01T14:17:39.568" v="927" actId="26606"/>
        <pc:sldMkLst>
          <pc:docMk/>
          <pc:sldMk cId="2779068460" sldId="267"/>
        </pc:sldMkLst>
        <pc:spChg chg="add mod">
          <ac:chgData name="Aparna Pushkaran Ajitha" userId="981e3c1c-39ec-4f64-a025-f2e26bcfa671" providerId="ADAL" clId="{23910630-E054-4A72-A51A-6C9AF67DE6CB}" dt="2025-07-01T14:17:39.568" v="927" actId="26606"/>
          <ac:spMkLst>
            <pc:docMk/>
            <pc:sldMk cId="2779068460" sldId="267"/>
            <ac:spMk id="2" creationId="{65A58500-5589-B478-E44F-56BCCC94DC52}"/>
          </ac:spMkLst>
        </pc:spChg>
        <pc:spChg chg="add">
          <ac:chgData name="Aparna Pushkaran Ajitha" userId="981e3c1c-39ec-4f64-a025-f2e26bcfa671" providerId="ADAL" clId="{23910630-E054-4A72-A51A-6C9AF67DE6CB}" dt="2025-07-01T14:17:39.568" v="927" actId="26606"/>
          <ac:spMkLst>
            <pc:docMk/>
            <pc:sldMk cId="2779068460" sldId="267"/>
            <ac:spMk id="8" creationId="{774A975B-A886-5202-0489-6965514A0D14}"/>
          </ac:spMkLst>
        </pc:spChg>
        <pc:spChg chg="add">
          <ac:chgData name="Aparna Pushkaran Ajitha" userId="981e3c1c-39ec-4f64-a025-f2e26bcfa671" providerId="ADAL" clId="{23910630-E054-4A72-A51A-6C9AF67DE6CB}" dt="2025-07-01T14:17:39.568" v="927" actId="26606"/>
          <ac:spMkLst>
            <pc:docMk/>
            <pc:sldMk cId="2779068460" sldId="267"/>
            <ac:spMk id="10" creationId="{EA67E988-5919-57BB-C7DE-D3EAD38A3045}"/>
          </ac:spMkLst>
        </pc:spChg>
        <pc:spChg chg="add">
          <ac:chgData name="Aparna Pushkaran Ajitha" userId="981e3c1c-39ec-4f64-a025-f2e26bcfa671" providerId="ADAL" clId="{23910630-E054-4A72-A51A-6C9AF67DE6CB}" dt="2025-07-01T14:17:39.568" v="927" actId="26606"/>
          <ac:spMkLst>
            <pc:docMk/>
            <pc:sldMk cId="2779068460" sldId="267"/>
            <ac:spMk id="12" creationId="{0EECA69B-4C2A-7F31-8019-E90DB3BD49CB}"/>
          </ac:spMkLst>
        </pc:spChg>
        <pc:spChg chg="add">
          <ac:chgData name="Aparna Pushkaran Ajitha" userId="981e3c1c-39ec-4f64-a025-f2e26bcfa671" providerId="ADAL" clId="{23910630-E054-4A72-A51A-6C9AF67DE6CB}" dt="2025-07-01T14:17:39.568" v="927" actId="26606"/>
          <ac:spMkLst>
            <pc:docMk/>
            <pc:sldMk cId="2779068460" sldId="267"/>
            <ac:spMk id="14" creationId="{857DEAC1-B3AA-6569-0A44-A191DF2F3C67}"/>
          </ac:spMkLst>
        </pc:spChg>
        <pc:picChg chg="add">
          <ac:chgData name="Aparna Pushkaran Ajitha" userId="981e3c1c-39ec-4f64-a025-f2e26bcfa671" providerId="ADAL" clId="{23910630-E054-4A72-A51A-6C9AF67DE6CB}" dt="2025-07-01T14:17:39.568" v="927" actId="26606"/>
          <ac:picMkLst>
            <pc:docMk/>
            <pc:sldMk cId="2779068460" sldId="267"/>
            <ac:picMk id="4" creationId="{F7B476FB-639B-28D6-647A-606CD673E4A6}"/>
          </ac:picMkLst>
        </pc:picChg>
      </pc:sldChg>
      <pc:sldChg chg="addSp delSp modSp new mod ord setBg modNotesTx">
        <pc:chgData name="Aparna Pushkaran Ajitha" userId="981e3c1c-39ec-4f64-a025-f2e26bcfa671" providerId="ADAL" clId="{23910630-E054-4A72-A51A-6C9AF67DE6CB}" dt="2025-07-02T17:34:11.949" v="1416"/>
        <pc:sldMkLst>
          <pc:docMk/>
          <pc:sldMk cId="3905960714" sldId="268"/>
        </pc:sldMkLst>
        <pc:spChg chg="add del">
          <ac:chgData name="Aparna Pushkaran Ajitha" userId="981e3c1c-39ec-4f64-a025-f2e26bcfa671" providerId="ADAL" clId="{23910630-E054-4A72-A51A-6C9AF67DE6CB}" dt="2025-07-01T14:41:01.056" v="1097" actId="22"/>
          <ac:spMkLst>
            <pc:docMk/>
            <pc:sldMk cId="3905960714" sldId="268"/>
            <ac:spMk id="3" creationId="{2D8727BE-AF78-B6F6-EA24-6A28E8FE11D2}"/>
          </ac:spMkLst>
        </pc:spChg>
        <pc:spChg chg="add">
          <ac:chgData name="Aparna Pushkaran Ajitha" userId="981e3c1c-39ec-4f64-a025-f2e26bcfa671" providerId="ADAL" clId="{23910630-E054-4A72-A51A-6C9AF67DE6CB}" dt="2025-07-01T14:41:02.991" v="1098"/>
          <ac:spMkLst>
            <pc:docMk/>
            <pc:sldMk cId="3905960714" sldId="268"/>
            <ac:spMk id="4" creationId="{7B7A172E-2D0B-E3BF-33E1-6351CB7F1D37}"/>
          </ac:spMkLst>
        </pc:spChg>
        <pc:spChg chg="add">
          <ac:chgData name="Aparna Pushkaran Ajitha" userId="981e3c1c-39ec-4f64-a025-f2e26bcfa671" providerId="ADAL" clId="{23910630-E054-4A72-A51A-6C9AF67DE6CB}" dt="2025-07-01T14:41:07.452" v="1099"/>
          <ac:spMkLst>
            <pc:docMk/>
            <pc:sldMk cId="3905960714" sldId="268"/>
            <ac:spMk id="5" creationId="{D2D98D6D-DB35-E631-80C9-0D4166163242}"/>
          </ac:spMkLst>
        </pc:spChg>
        <pc:spChg chg="add del mod">
          <ac:chgData name="Aparna Pushkaran Ajitha" userId="981e3c1c-39ec-4f64-a025-f2e26bcfa671" providerId="ADAL" clId="{23910630-E054-4A72-A51A-6C9AF67DE6CB}" dt="2025-07-01T14:44:11.141" v="1137" actId="26606"/>
          <ac:spMkLst>
            <pc:docMk/>
            <pc:sldMk cId="3905960714" sldId="268"/>
            <ac:spMk id="7" creationId="{8504BAC1-BAB7-556F-9F3C-9B81DB5C1375}"/>
          </ac:spMkLst>
        </pc:spChg>
        <pc:spChg chg="add">
          <ac:chgData name="Aparna Pushkaran Ajitha" userId="981e3c1c-39ec-4f64-a025-f2e26bcfa671" providerId="ADAL" clId="{23910630-E054-4A72-A51A-6C9AF67DE6CB}" dt="2025-07-01T14:44:11.141" v="1137" actId="26606"/>
          <ac:spMkLst>
            <pc:docMk/>
            <pc:sldMk cId="3905960714" sldId="268"/>
            <ac:spMk id="13" creationId="{774A975B-A886-5202-0489-6965514A0D14}"/>
          </ac:spMkLst>
        </pc:spChg>
        <pc:spChg chg="add">
          <ac:chgData name="Aparna Pushkaran Ajitha" userId="981e3c1c-39ec-4f64-a025-f2e26bcfa671" providerId="ADAL" clId="{23910630-E054-4A72-A51A-6C9AF67DE6CB}" dt="2025-07-01T14:44:11.141" v="1137" actId="26606"/>
          <ac:spMkLst>
            <pc:docMk/>
            <pc:sldMk cId="3905960714" sldId="268"/>
            <ac:spMk id="15" creationId="{E8BAA160-18A6-38AE-4699-2AD01EF53C77}"/>
          </ac:spMkLst>
        </pc:spChg>
        <pc:spChg chg="add">
          <ac:chgData name="Aparna Pushkaran Ajitha" userId="981e3c1c-39ec-4f64-a025-f2e26bcfa671" providerId="ADAL" clId="{23910630-E054-4A72-A51A-6C9AF67DE6CB}" dt="2025-07-01T14:44:11.141" v="1137" actId="26606"/>
          <ac:spMkLst>
            <pc:docMk/>
            <pc:sldMk cId="3905960714" sldId="268"/>
            <ac:spMk id="17" creationId="{04213918-F1EB-4BCE-BE23-F5E9851EE05C}"/>
          </ac:spMkLst>
        </pc:spChg>
        <pc:spChg chg="add">
          <ac:chgData name="Aparna Pushkaran Ajitha" userId="981e3c1c-39ec-4f64-a025-f2e26bcfa671" providerId="ADAL" clId="{23910630-E054-4A72-A51A-6C9AF67DE6CB}" dt="2025-07-01T14:44:11.141" v="1137" actId="26606"/>
          <ac:spMkLst>
            <pc:docMk/>
            <pc:sldMk cId="3905960714" sldId="268"/>
            <ac:spMk id="19" creationId="{2062E862-C7F7-4CA1-B929-D0B75F5E9FB9}"/>
          </ac:spMkLst>
        </pc:spChg>
        <pc:graphicFrameChg chg="add mod">
          <ac:chgData name="Aparna Pushkaran Ajitha" userId="981e3c1c-39ec-4f64-a025-f2e26bcfa671" providerId="ADAL" clId="{23910630-E054-4A72-A51A-6C9AF67DE6CB}" dt="2025-07-01T14:44:15.589" v="1138" actId="14100"/>
          <ac:graphicFrameMkLst>
            <pc:docMk/>
            <pc:sldMk cId="3905960714" sldId="268"/>
            <ac:graphicFrameMk id="9" creationId="{0F66E17A-EC51-EA80-6100-D405EE6C8514}"/>
          </ac:graphicFrameMkLst>
        </pc:graphicFrameChg>
      </pc:sldChg>
      <pc:sldChg chg="addSp modSp new mod">
        <pc:chgData name="Aparna Pushkaran Ajitha" userId="981e3c1c-39ec-4f64-a025-f2e26bcfa671" providerId="ADAL" clId="{23910630-E054-4A72-A51A-6C9AF67DE6CB}" dt="2025-07-02T16:41:29.743" v="1370" actId="1076"/>
        <pc:sldMkLst>
          <pc:docMk/>
          <pc:sldMk cId="2394217215" sldId="269"/>
        </pc:sldMkLst>
        <pc:spChg chg="add mod">
          <ac:chgData name="Aparna Pushkaran Ajitha" userId="981e3c1c-39ec-4f64-a025-f2e26bcfa671" providerId="ADAL" clId="{23910630-E054-4A72-A51A-6C9AF67DE6CB}" dt="2025-07-02T16:41:29.743" v="1370" actId="1076"/>
          <ac:spMkLst>
            <pc:docMk/>
            <pc:sldMk cId="2394217215" sldId="269"/>
            <ac:spMk id="2" creationId="{EB3DA7D1-FD4C-1A71-8EA0-0BA7A4033D28}"/>
          </ac:spMkLst>
        </pc:sp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ata3.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10" Type="http://schemas.openxmlformats.org/officeDocument/2006/relationships/image" Target="../media/image30.svg"/><Relationship Id="rId4" Type="http://schemas.openxmlformats.org/officeDocument/2006/relationships/image" Target="../media/image24.svg"/><Relationship Id="rId9" Type="http://schemas.openxmlformats.org/officeDocument/2006/relationships/image" Target="../media/image29.pn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rawing3.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10" Type="http://schemas.openxmlformats.org/officeDocument/2006/relationships/image" Target="../media/image30.svg"/><Relationship Id="rId4" Type="http://schemas.openxmlformats.org/officeDocument/2006/relationships/image" Target="../media/image24.svg"/><Relationship Id="rId9" Type="http://schemas.openxmlformats.org/officeDocument/2006/relationships/image" Target="../media/image29.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FF2E3FF-094D-4AB0-8171-A83A84AEA019}"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6E9F4CD5-409B-4C79-ACF0-4417A1AEAB1F}">
      <dgm:prSet custT="1"/>
      <dgm:spPr/>
      <dgm:t>
        <a:bodyPr/>
        <a:lstStyle/>
        <a:p>
          <a:r>
            <a:rPr lang="en-US" sz="2400" b="1" dirty="0"/>
            <a:t>Problem</a:t>
          </a:r>
          <a:endParaRPr lang="en-US" sz="2400" dirty="0"/>
        </a:p>
        <a:p>
          <a:r>
            <a:rPr lang="en-US" sz="2400" dirty="0"/>
            <a:t>Limited water and energy resources</a:t>
          </a:r>
        </a:p>
      </dgm:t>
    </dgm:pt>
    <dgm:pt modelId="{AFBBADB1-EA63-41CD-AF1D-FD518E62CBFF}" type="parTrans" cxnId="{AB3F45AF-6DC3-45C4-9D10-9E0D273C1459}">
      <dgm:prSet/>
      <dgm:spPr/>
      <dgm:t>
        <a:bodyPr/>
        <a:lstStyle/>
        <a:p>
          <a:endParaRPr lang="en-US"/>
        </a:p>
      </dgm:t>
    </dgm:pt>
    <dgm:pt modelId="{13DC53AA-9471-4FB2-8E01-90B99ABF288D}" type="sibTrans" cxnId="{AB3F45AF-6DC3-45C4-9D10-9E0D273C1459}">
      <dgm:prSet/>
      <dgm:spPr/>
      <dgm:t>
        <a:bodyPr/>
        <a:lstStyle/>
        <a:p>
          <a:endParaRPr lang="en-US"/>
        </a:p>
      </dgm:t>
    </dgm:pt>
    <dgm:pt modelId="{8276304D-9199-4871-85FE-AB54BF579F31}">
      <dgm:prSet custT="1"/>
      <dgm:spPr/>
      <dgm:t>
        <a:bodyPr/>
        <a:lstStyle/>
        <a:p>
          <a:r>
            <a:rPr lang="en-US" sz="2400" b="1" dirty="0"/>
            <a:t>Observation</a:t>
          </a:r>
        </a:p>
        <a:p>
          <a:r>
            <a:rPr lang="en-US" sz="2400" b="1" dirty="0"/>
            <a:t> </a:t>
          </a:r>
          <a:r>
            <a:rPr lang="en-US" sz="2400" dirty="0"/>
            <a:t>Dairy farms use technology -opportunities for resource optimization</a:t>
          </a:r>
        </a:p>
      </dgm:t>
    </dgm:pt>
    <dgm:pt modelId="{D20A5DFB-3F75-44CB-AED6-1A9DAEF42F3C}" type="parTrans" cxnId="{1CAAC87C-5292-4ABB-9B0F-F016AB26DC0A}">
      <dgm:prSet/>
      <dgm:spPr/>
      <dgm:t>
        <a:bodyPr/>
        <a:lstStyle/>
        <a:p>
          <a:endParaRPr lang="en-US"/>
        </a:p>
      </dgm:t>
    </dgm:pt>
    <dgm:pt modelId="{40A42D6E-2E25-451A-8D87-04DC9486F637}" type="sibTrans" cxnId="{1CAAC87C-5292-4ABB-9B0F-F016AB26DC0A}">
      <dgm:prSet/>
      <dgm:spPr/>
      <dgm:t>
        <a:bodyPr/>
        <a:lstStyle/>
        <a:p>
          <a:endParaRPr lang="en-US"/>
        </a:p>
      </dgm:t>
    </dgm:pt>
    <dgm:pt modelId="{D9D90CD1-A14A-4566-B083-3BED0BD08249}">
      <dgm:prSet custT="1"/>
      <dgm:spPr/>
      <dgm:t>
        <a:bodyPr/>
        <a:lstStyle/>
        <a:p>
          <a:r>
            <a:rPr lang="en-US" sz="2400" b="1" dirty="0"/>
            <a:t>Fact:</a:t>
          </a:r>
        </a:p>
        <a:p>
          <a:r>
            <a:rPr lang="en-US" sz="2400" dirty="0"/>
            <a:t>Water and energy: critical resources. optimization of their use is warranted</a:t>
          </a:r>
        </a:p>
      </dgm:t>
    </dgm:pt>
    <dgm:pt modelId="{077A3C57-22B8-4A84-9622-30FFBF967A59}" type="parTrans" cxnId="{713A2D5A-E811-4626-98C9-ED32022C25D0}">
      <dgm:prSet/>
      <dgm:spPr/>
      <dgm:t>
        <a:bodyPr/>
        <a:lstStyle/>
        <a:p>
          <a:endParaRPr lang="en-US"/>
        </a:p>
      </dgm:t>
    </dgm:pt>
    <dgm:pt modelId="{FBFDC74F-26FB-4F44-A61C-27EEF296BF69}" type="sibTrans" cxnId="{713A2D5A-E811-4626-98C9-ED32022C25D0}">
      <dgm:prSet/>
      <dgm:spPr/>
      <dgm:t>
        <a:bodyPr/>
        <a:lstStyle/>
        <a:p>
          <a:endParaRPr lang="en-US"/>
        </a:p>
      </dgm:t>
    </dgm:pt>
    <dgm:pt modelId="{CD278375-CEBC-4284-B336-8B1E06EA58AC}">
      <dgm:prSet custT="1"/>
      <dgm:spPr/>
      <dgm:t>
        <a:bodyPr/>
        <a:lstStyle/>
        <a:p>
          <a:r>
            <a:rPr lang="en-US" sz="2400" b="1" dirty="0"/>
            <a:t>Need:</a:t>
          </a:r>
        </a:p>
        <a:p>
          <a:r>
            <a:rPr lang="en-US" sz="2400" b="1" dirty="0"/>
            <a:t> </a:t>
          </a:r>
          <a:r>
            <a:rPr lang="en-US" sz="2400" dirty="0"/>
            <a:t>Decision support tool for farm optimization-  resource use &amp; milk production</a:t>
          </a:r>
        </a:p>
      </dgm:t>
    </dgm:pt>
    <dgm:pt modelId="{926D0644-4FC6-48B9-BC81-576E0171BF5E}" type="parTrans" cxnId="{233093D8-3013-4353-AE8F-3CD7B45592C1}">
      <dgm:prSet/>
      <dgm:spPr/>
      <dgm:t>
        <a:bodyPr/>
        <a:lstStyle/>
        <a:p>
          <a:endParaRPr lang="en-US"/>
        </a:p>
      </dgm:t>
    </dgm:pt>
    <dgm:pt modelId="{B651333A-9842-4D6D-BAA1-CBD40B6B5E70}" type="sibTrans" cxnId="{233093D8-3013-4353-AE8F-3CD7B45592C1}">
      <dgm:prSet/>
      <dgm:spPr/>
      <dgm:t>
        <a:bodyPr/>
        <a:lstStyle/>
        <a:p>
          <a:endParaRPr lang="en-US"/>
        </a:p>
      </dgm:t>
    </dgm:pt>
    <dgm:pt modelId="{3AA9C060-1126-4C4B-8379-393EF71485C7}">
      <dgm:prSet custT="1"/>
      <dgm:spPr/>
      <dgm:t>
        <a:bodyPr/>
        <a:lstStyle/>
        <a:p>
          <a:r>
            <a:rPr lang="en-US" sz="2400" b="1" dirty="0"/>
            <a:t>Outcome:</a:t>
          </a:r>
        </a:p>
        <a:p>
          <a:r>
            <a:rPr lang="en-US" sz="2400" b="1" dirty="0"/>
            <a:t> </a:t>
          </a:r>
          <a:r>
            <a:rPr lang="en-US" sz="2400" dirty="0"/>
            <a:t>WEF-based program to optimize on-farm resource use</a:t>
          </a:r>
        </a:p>
      </dgm:t>
    </dgm:pt>
    <dgm:pt modelId="{119A3F12-1399-402B-B19F-21B76A41F621}" type="parTrans" cxnId="{30B916BB-0415-483C-ACFB-890FA16D7565}">
      <dgm:prSet/>
      <dgm:spPr/>
      <dgm:t>
        <a:bodyPr/>
        <a:lstStyle/>
        <a:p>
          <a:endParaRPr lang="en-US"/>
        </a:p>
      </dgm:t>
    </dgm:pt>
    <dgm:pt modelId="{ABA69953-200E-48D7-BC4E-C976F2CE42DB}" type="sibTrans" cxnId="{30B916BB-0415-483C-ACFB-890FA16D7565}">
      <dgm:prSet/>
      <dgm:spPr/>
      <dgm:t>
        <a:bodyPr/>
        <a:lstStyle/>
        <a:p>
          <a:endParaRPr lang="en-US"/>
        </a:p>
      </dgm:t>
    </dgm:pt>
    <dgm:pt modelId="{80D28F6F-547B-4589-B986-AEA82093A249}">
      <dgm:prSet custT="1"/>
      <dgm:spPr/>
      <dgm:t>
        <a:bodyPr/>
        <a:lstStyle/>
        <a:p>
          <a:r>
            <a:rPr lang="en-US" sz="2400" b="1" dirty="0"/>
            <a:t>Impact: </a:t>
          </a:r>
        </a:p>
        <a:p>
          <a:r>
            <a:rPr lang="en-US" sz="2400" dirty="0"/>
            <a:t> Overall sustainability of dairy farms</a:t>
          </a:r>
        </a:p>
      </dgm:t>
    </dgm:pt>
    <dgm:pt modelId="{D9F41D92-EF62-4945-8E89-FAE7802FA5C8}" type="parTrans" cxnId="{CB71B3A7-21E7-4A1E-9046-1B0D992D0914}">
      <dgm:prSet/>
      <dgm:spPr/>
      <dgm:t>
        <a:bodyPr/>
        <a:lstStyle/>
        <a:p>
          <a:endParaRPr lang="en-US"/>
        </a:p>
      </dgm:t>
    </dgm:pt>
    <dgm:pt modelId="{8A5390CA-A64F-474A-8CC8-DD5ECF78E30B}" type="sibTrans" cxnId="{CB71B3A7-21E7-4A1E-9046-1B0D992D0914}">
      <dgm:prSet/>
      <dgm:spPr/>
      <dgm:t>
        <a:bodyPr/>
        <a:lstStyle/>
        <a:p>
          <a:endParaRPr lang="en-US"/>
        </a:p>
      </dgm:t>
    </dgm:pt>
    <dgm:pt modelId="{A47C2BDA-D04F-4609-85ED-7D80A3DFD2F1}" type="pres">
      <dgm:prSet presAssocID="{EFF2E3FF-094D-4AB0-8171-A83A84AEA019}" presName="root" presStyleCnt="0">
        <dgm:presLayoutVars>
          <dgm:dir/>
          <dgm:resizeHandles val="exact"/>
        </dgm:presLayoutVars>
      </dgm:prSet>
      <dgm:spPr/>
    </dgm:pt>
    <dgm:pt modelId="{875471E5-D417-4035-B2DF-AD6B6A714595}" type="pres">
      <dgm:prSet presAssocID="{6E9F4CD5-409B-4C79-ACF0-4417A1AEAB1F}" presName="compNode" presStyleCnt="0"/>
      <dgm:spPr/>
    </dgm:pt>
    <dgm:pt modelId="{41F2BFF6-4BC3-4A2F-B56F-92FFC1A4863C}" type="pres">
      <dgm:prSet presAssocID="{6E9F4CD5-409B-4C79-ACF0-4417A1AEAB1F}"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ater"/>
        </a:ext>
      </dgm:extLst>
    </dgm:pt>
    <dgm:pt modelId="{2EE64CF3-86D8-485F-8482-7F1AC5897F07}" type="pres">
      <dgm:prSet presAssocID="{6E9F4CD5-409B-4C79-ACF0-4417A1AEAB1F}" presName="spaceRect" presStyleCnt="0"/>
      <dgm:spPr/>
    </dgm:pt>
    <dgm:pt modelId="{90BFF355-0850-4C36-B2EE-FEC52FCC0977}" type="pres">
      <dgm:prSet presAssocID="{6E9F4CD5-409B-4C79-ACF0-4417A1AEAB1F}" presName="textRect" presStyleLbl="revTx" presStyleIdx="0" presStyleCnt="6">
        <dgm:presLayoutVars>
          <dgm:chMax val="1"/>
          <dgm:chPref val="1"/>
        </dgm:presLayoutVars>
      </dgm:prSet>
      <dgm:spPr/>
    </dgm:pt>
    <dgm:pt modelId="{2B9E94F4-3F4A-4E1E-B44D-18CA447BE0B8}" type="pres">
      <dgm:prSet presAssocID="{13DC53AA-9471-4FB2-8E01-90B99ABF288D}" presName="sibTrans" presStyleCnt="0"/>
      <dgm:spPr/>
    </dgm:pt>
    <dgm:pt modelId="{FA22E02B-278E-4FA1-92D5-C4682267593A}" type="pres">
      <dgm:prSet presAssocID="{8276304D-9199-4871-85FE-AB54BF579F31}" presName="compNode" presStyleCnt="0"/>
      <dgm:spPr/>
    </dgm:pt>
    <dgm:pt modelId="{C8627D62-F64E-401F-86D9-F9C5F153A873}" type="pres">
      <dgm:prSet presAssocID="{8276304D-9199-4871-85FE-AB54BF579F31}"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w"/>
        </a:ext>
      </dgm:extLst>
    </dgm:pt>
    <dgm:pt modelId="{1D24EEE4-8C2D-4049-A72B-EF059632E930}" type="pres">
      <dgm:prSet presAssocID="{8276304D-9199-4871-85FE-AB54BF579F31}" presName="spaceRect" presStyleCnt="0"/>
      <dgm:spPr/>
    </dgm:pt>
    <dgm:pt modelId="{A0CA610B-7A8A-40F3-A844-230C03C07737}" type="pres">
      <dgm:prSet presAssocID="{8276304D-9199-4871-85FE-AB54BF579F31}" presName="textRect" presStyleLbl="revTx" presStyleIdx="1" presStyleCnt="6" custScaleX="123662">
        <dgm:presLayoutVars>
          <dgm:chMax val="1"/>
          <dgm:chPref val="1"/>
        </dgm:presLayoutVars>
      </dgm:prSet>
      <dgm:spPr/>
    </dgm:pt>
    <dgm:pt modelId="{E928C545-CC60-46F8-B485-B88880A4023F}" type="pres">
      <dgm:prSet presAssocID="{40A42D6E-2E25-451A-8D87-04DC9486F637}" presName="sibTrans" presStyleCnt="0"/>
      <dgm:spPr/>
    </dgm:pt>
    <dgm:pt modelId="{BE754548-1D7E-4FDF-8A59-BDFF23D2B20C}" type="pres">
      <dgm:prSet presAssocID="{D9D90CD1-A14A-4566-B083-3BED0BD08249}" presName="compNode" presStyleCnt="0"/>
      <dgm:spPr/>
    </dgm:pt>
    <dgm:pt modelId="{1F560D50-ED8B-41F6-A912-3A80C99135E9}" type="pres">
      <dgm:prSet presAssocID="{D9D90CD1-A14A-4566-B083-3BED0BD08249}"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Lightbulb"/>
        </a:ext>
      </dgm:extLst>
    </dgm:pt>
    <dgm:pt modelId="{EB141200-4C5D-43A3-BE17-CE1FDF2759F2}" type="pres">
      <dgm:prSet presAssocID="{D9D90CD1-A14A-4566-B083-3BED0BD08249}" presName="spaceRect" presStyleCnt="0"/>
      <dgm:spPr/>
    </dgm:pt>
    <dgm:pt modelId="{5F4B8056-B938-4B78-BA6B-70A5C150774F}" type="pres">
      <dgm:prSet presAssocID="{D9D90CD1-A14A-4566-B083-3BED0BD08249}" presName="textRect" presStyleLbl="revTx" presStyleIdx="2" presStyleCnt="6" custScaleX="126067">
        <dgm:presLayoutVars>
          <dgm:chMax val="1"/>
          <dgm:chPref val="1"/>
        </dgm:presLayoutVars>
      </dgm:prSet>
      <dgm:spPr/>
    </dgm:pt>
    <dgm:pt modelId="{D6D7A2BD-2371-42CD-98C8-06224C066A5B}" type="pres">
      <dgm:prSet presAssocID="{FBFDC74F-26FB-4F44-A61C-27EEF296BF69}" presName="sibTrans" presStyleCnt="0"/>
      <dgm:spPr/>
    </dgm:pt>
    <dgm:pt modelId="{D63F795C-6F24-4AFB-A657-17B8BA122E7B}" type="pres">
      <dgm:prSet presAssocID="{CD278375-CEBC-4284-B336-8B1E06EA58AC}" presName="compNode" presStyleCnt="0"/>
      <dgm:spPr/>
    </dgm:pt>
    <dgm:pt modelId="{1449FA23-BA10-4A2B-A8A1-3FBCF6A0A68E}" type="pres">
      <dgm:prSet presAssocID="{CD278375-CEBC-4284-B336-8B1E06EA58AC}"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Gears"/>
        </a:ext>
      </dgm:extLst>
    </dgm:pt>
    <dgm:pt modelId="{4CF6988F-CD3A-4E04-9EB7-28847EF5946F}" type="pres">
      <dgm:prSet presAssocID="{CD278375-CEBC-4284-B336-8B1E06EA58AC}" presName="spaceRect" presStyleCnt="0"/>
      <dgm:spPr/>
    </dgm:pt>
    <dgm:pt modelId="{DB42DB9A-25E0-4ADF-8E97-A2869B39B607}" type="pres">
      <dgm:prSet presAssocID="{CD278375-CEBC-4284-B336-8B1E06EA58AC}" presName="textRect" presStyleLbl="revTx" presStyleIdx="3" presStyleCnt="6" custScaleX="116337">
        <dgm:presLayoutVars>
          <dgm:chMax val="1"/>
          <dgm:chPref val="1"/>
        </dgm:presLayoutVars>
      </dgm:prSet>
      <dgm:spPr/>
    </dgm:pt>
    <dgm:pt modelId="{6DDDF810-E5D1-461D-ADB5-22519D266C6F}" type="pres">
      <dgm:prSet presAssocID="{B651333A-9842-4D6D-BAA1-CBD40B6B5E70}" presName="sibTrans" presStyleCnt="0"/>
      <dgm:spPr/>
    </dgm:pt>
    <dgm:pt modelId="{5503A85A-5A9E-4F52-A970-3970A981A7E5}" type="pres">
      <dgm:prSet presAssocID="{3AA9C060-1126-4C4B-8379-393EF71485C7}" presName="compNode" presStyleCnt="0"/>
      <dgm:spPr/>
    </dgm:pt>
    <dgm:pt modelId="{ECA64CEB-A8B1-4179-8CEB-E198CF6CD420}" type="pres">
      <dgm:prSet presAssocID="{3AA9C060-1126-4C4B-8379-393EF71485C7}"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Barn"/>
        </a:ext>
      </dgm:extLst>
    </dgm:pt>
    <dgm:pt modelId="{AF8F4956-A31F-43C6-9D73-2D89435D139E}" type="pres">
      <dgm:prSet presAssocID="{3AA9C060-1126-4C4B-8379-393EF71485C7}" presName="spaceRect" presStyleCnt="0"/>
      <dgm:spPr/>
    </dgm:pt>
    <dgm:pt modelId="{43EAD807-A51F-4FBE-BD7A-83F81FAC15A1}" type="pres">
      <dgm:prSet presAssocID="{3AA9C060-1126-4C4B-8379-393EF71485C7}" presName="textRect" presStyleLbl="revTx" presStyleIdx="4" presStyleCnt="6">
        <dgm:presLayoutVars>
          <dgm:chMax val="1"/>
          <dgm:chPref val="1"/>
        </dgm:presLayoutVars>
      </dgm:prSet>
      <dgm:spPr/>
    </dgm:pt>
    <dgm:pt modelId="{A29BA213-B99D-47DD-A5FC-B558DA7B68BD}" type="pres">
      <dgm:prSet presAssocID="{ABA69953-200E-48D7-BC4E-C976F2CE42DB}" presName="sibTrans" presStyleCnt="0"/>
      <dgm:spPr/>
    </dgm:pt>
    <dgm:pt modelId="{17F79F86-2C40-475B-9DE4-F82CFE5D6E67}" type="pres">
      <dgm:prSet presAssocID="{80D28F6F-547B-4589-B986-AEA82093A249}" presName="compNode" presStyleCnt="0"/>
      <dgm:spPr/>
    </dgm:pt>
    <dgm:pt modelId="{AF60DA08-A4AA-4904-8BA8-F20271320B79}" type="pres">
      <dgm:prSet presAssocID="{80D28F6F-547B-4589-B986-AEA82093A249}"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Farm scene"/>
        </a:ext>
      </dgm:extLst>
    </dgm:pt>
    <dgm:pt modelId="{E1DFA7AE-C328-4910-9162-4E6AF0E39A19}" type="pres">
      <dgm:prSet presAssocID="{80D28F6F-547B-4589-B986-AEA82093A249}" presName="spaceRect" presStyleCnt="0"/>
      <dgm:spPr/>
    </dgm:pt>
    <dgm:pt modelId="{4DBFB7CF-3D61-43DF-A1ED-91409B287D83}" type="pres">
      <dgm:prSet presAssocID="{80D28F6F-547B-4589-B986-AEA82093A249}" presName="textRect" presStyleLbl="revTx" presStyleIdx="5" presStyleCnt="6" custScaleX="116539">
        <dgm:presLayoutVars>
          <dgm:chMax val="1"/>
          <dgm:chPref val="1"/>
        </dgm:presLayoutVars>
      </dgm:prSet>
      <dgm:spPr/>
    </dgm:pt>
  </dgm:ptLst>
  <dgm:cxnLst>
    <dgm:cxn modelId="{4DD0F705-4F9F-4036-AC58-EFEAEB3590FE}" type="presOf" srcId="{6E9F4CD5-409B-4C79-ACF0-4417A1AEAB1F}" destId="{90BFF355-0850-4C36-B2EE-FEC52FCC0977}" srcOrd="0" destOrd="0" presId="urn:microsoft.com/office/officeart/2018/2/layout/IconLabelList"/>
    <dgm:cxn modelId="{D98A2C09-453A-4DE6-9144-D03F0C6AE801}" type="presOf" srcId="{EFF2E3FF-094D-4AB0-8171-A83A84AEA019}" destId="{A47C2BDA-D04F-4609-85ED-7D80A3DFD2F1}" srcOrd="0" destOrd="0" presId="urn:microsoft.com/office/officeart/2018/2/layout/IconLabelList"/>
    <dgm:cxn modelId="{10F2EA3E-E0F3-47AC-AE99-1B75228AF215}" type="presOf" srcId="{CD278375-CEBC-4284-B336-8B1E06EA58AC}" destId="{DB42DB9A-25E0-4ADF-8E97-A2869B39B607}" srcOrd="0" destOrd="0" presId="urn:microsoft.com/office/officeart/2018/2/layout/IconLabelList"/>
    <dgm:cxn modelId="{6958C173-C672-4316-B619-547559ABFA86}" type="presOf" srcId="{3AA9C060-1126-4C4B-8379-393EF71485C7}" destId="{43EAD807-A51F-4FBE-BD7A-83F81FAC15A1}" srcOrd="0" destOrd="0" presId="urn:microsoft.com/office/officeart/2018/2/layout/IconLabelList"/>
    <dgm:cxn modelId="{713A2D5A-E811-4626-98C9-ED32022C25D0}" srcId="{EFF2E3FF-094D-4AB0-8171-A83A84AEA019}" destId="{D9D90CD1-A14A-4566-B083-3BED0BD08249}" srcOrd="2" destOrd="0" parTransId="{077A3C57-22B8-4A84-9622-30FFBF967A59}" sibTransId="{FBFDC74F-26FB-4F44-A61C-27EEF296BF69}"/>
    <dgm:cxn modelId="{1CAAC87C-5292-4ABB-9B0F-F016AB26DC0A}" srcId="{EFF2E3FF-094D-4AB0-8171-A83A84AEA019}" destId="{8276304D-9199-4871-85FE-AB54BF579F31}" srcOrd="1" destOrd="0" parTransId="{D20A5DFB-3F75-44CB-AED6-1A9DAEF42F3C}" sibTransId="{40A42D6E-2E25-451A-8D87-04DC9486F637}"/>
    <dgm:cxn modelId="{8B30A1A2-0EC7-4908-A8F8-E50CFA3DAA7A}" type="presOf" srcId="{80D28F6F-547B-4589-B986-AEA82093A249}" destId="{4DBFB7CF-3D61-43DF-A1ED-91409B287D83}" srcOrd="0" destOrd="0" presId="urn:microsoft.com/office/officeart/2018/2/layout/IconLabelList"/>
    <dgm:cxn modelId="{CB71B3A7-21E7-4A1E-9046-1B0D992D0914}" srcId="{EFF2E3FF-094D-4AB0-8171-A83A84AEA019}" destId="{80D28F6F-547B-4589-B986-AEA82093A249}" srcOrd="5" destOrd="0" parTransId="{D9F41D92-EF62-4945-8E89-FAE7802FA5C8}" sibTransId="{8A5390CA-A64F-474A-8CC8-DD5ECF78E30B}"/>
    <dgm:cxn modelId="{49771DAE-D4C2-4388-81AA-670B247DEC0A}" type="presOf" srcId="{D9D90CD1-A14A-4566-B083-3BED0BD08249}" destId="{5F4B8056-B938-4B78-BA6B-70A5C150774F}" srcOrd="0" destOrd="0" presId="urn:microsoft.com/office/officeart/2018/2/layout/IconLabelList"/>
    <dgm:cxn modelId="{AB3F45AF-6DC3-45C4-9D10-9E0D273C1459}" srcId="{EFF2E3FF-094D-4AB0-8171-A83A84AEA019}" destId="{6E9F4CD5-409B-4C79-ACF0-4417A1AEAB1F}" srcOrd="0" destOrd="0" parTransId="{AFBBADB1-EA63-41CD-AF1D-FD518E62CBFF}" sibTransId="{13DC53AA-9471-4FB2-8E01-90B99ABF288D}"/>
    <dgm:cxn modelId="{30B916BB-0415-483C-ACFB-890FA16D7565}" srcId="{EFF2E3FF-094D-4AB0-8171-A83A84AEA019}" destId="{3AA9C060-1126-4C4B-8379-393EF71485C7}" srcOrd="4" destOrd="0" parTransId="{119A3F12-1399-402B-B19F-21B76A41F621}" sibTransId="{ABA69953-200E-48D7-BC4E-C976F2CE42DB}"/>
    <dgm:cxn modelId="{2DDFE2BF-231C-467B-B6E5-7B6B29D775D0}" type="presOf" srcId="{8276304D-9199-4871-85FE-AB54BF579F31}" destId="{A0CA610B-7A8A-40F3-A844-230C03C07737}" srcOrd="0" destOrd="0" presId="urn:microsoft.com/office/officeart/2018/2/layout/IconLabelList"/>
    <dgm:cxn modelId="{233093D8-3013-4353-AE8F-3CD7B45592C1}" srcId="{EFF2E3FF-094D-4AB0-8171-A83A84AEA019}" destId="{CD278375-CEBC-4284-B336-8B1E06EA58AC}" srcOrd="3" destOrd="0" parTransId="{926D0644-4FC6-48B9-BC81-576E0171BF5E}" sibTransId="{B651333A-9842-4D6D-BAA1-CBD40B6B5E70}"/>
    <dgm:cxn modelId="{EB7F2129-BBDF-489E-B75D-D82A4B9185AE}" type="presParOf" srcId="{A47C2BDA-D04F-4609-85ED-7D80A3DFD2F1}" destId="{875471E5-D417-4035-B2DF-AD6B6A714595}" srcOrd="0" destOrd="0" presId="urn:microsoft.com/office/officeart/2018/2/layout/IconLabelList"/>
    <dgm:cxn modelId="{422E1F96-25F0-48A3-9A7F-958D744A7B43}" type="presParOf" srcId="{875471E5-D417-4035-B2DF-AD6B6A714595}" destId="{41F2BFF6-4BC3-4A2F-B56F-92FFC1A4863C}" srcOrd="0" destOrd="0" presId="urn:microsoft.com/office/officeart/2018/2/layout/IconLabelList"/>
    <dgm:cxn modelId="{C93DE681-8AEC-4297-BD4D-BFC26F21CACD}" type="presParOf" srcId="{875471E5-D417-4035-B2DF-AD6B6A714595}" destId="{2EE64CF3-86D8-485F-8482-7F1AC5897F07}" srcOrd="1" destOrd="0" presId="urn:microsoft.com/office/officeart/2018/2/layout/IconLabelList"/>
    <dgm:cxn modelId="{D55F2B6B-E1B2-47D9-B7EA-381F780868C5}" type="presParOf" srcId="{875471E5-D417-4035-B2DF-AD6B6A714595}" destId="{90BFF355-0850-4C36-B2EE-FEC52FCC0977}" srcOrd="2" destOrd="0" presId="urn:microsoft.com/office/officeart/2018/2/layout/IconLabelList"/>
    <dgm:cxn modelId="{AFD3F4FB-BC3C-479E-BD4B-DFB8BBA3D67B}" type="presParOf" srcId="{A47C2BDA-D04F-4609-85ED-7D80A3DFD2F1}" destId="{2B9E94F4-3F4A-4E1E-B44D-18CA447BE0B8}" srcOrd="1" destOrd="0" presId="urn:microsoft.com/office/officeart/2018/2/layout/IconLabelList"/>
    <dgm:cxn modelId="{5A7C23DA-E939-4D4D-93AC-F0B636D18C3C}" type="presParOf" srcId="{A47C2BDA-D04F-4609-85ED-7D80A3DFD2F1}" destId="{FA22E02B-278E-4FA1-92D5-C4682267593A}" srcOrd="2" destOrd="0" presId="urn:microsoft.com/office/officeart/2018/2/layout/IconLabelList"/>
    <dgm:cxn modelId="{56DAB0B6-C4D4-48EC-AD12-6A3AB562784A}" type="presParOf" srcId="{FA22E02B-278E-4FA1-92D5-C4682267593A}" destId="{C8627D62-F64E-401F-86D9-F9C5F153A873}" srcOrd="0" destOrd="0" presId="urn:microsoft.com/office/officeart/2018/2/layout/IconLabelList"/>
    <dgm:cxn modelId="{D4594FE1-8A94-44B5-859B-9A5F2F1BE424}" type="presParOf" srcId="{FA22E02B-278E-4FA1-92D5-C4682267593A}" destId="{1D24EEE4-8C2D-4049-A72B-EF059632E930}" srcOrd="1" destOrd="0" presId="urn:microsoft.com/office/officeart/2018/2/layout/IconLabelList"/>
    <dgm:cxn modelId="{D4D88A29-2EC9-43A5-9132-E697C2A3663E}" type="presParOf" srcId="{FA22E02B-278E-4FA1-92D5-C4682267593A}" destId="{A0CA610B-7A8A-40F3-A844-230C03C07737}" srcOrd="2" destOrd="0" presId="urn:microsoft.com/office/officeart/2018/2/layout/IconLabelList"/>
    <dgm:cxn modelId="{15D4EA3A-AD46-4C61-B674-5795E92EAB70}" type="presParOf" srcId="{A47C2BDA-D04F-4609-85ED-7D80A3DFD2F1}" destId="{E928C545-CC60-46F8-B485-B88880A4023F}" srcOrd="3" destOrd="0" presId="urn:microsoft.com/office/officeart/2018/2/layout/IconLabelList"/>
    <dgm:cxn modelId="{2BDF92FA-1B5E-457A-A4C7-85E9DEAB3708}" type="presParOf" srcId="{A47C2BDA-D04F-4609-85ED-7D80A3DFD2F1}" destId="{BE754548-1D7E-4FDF-8A59-BDFF23D2B20C}" srcOrd="4" destOrd="0" presId="urn:microsoft.com/office/officeart/2018/2/layout/IconLabelList"/>
    <dgm:cxn modelId="{39671C8D-39A9-45DF-B018-84B980E7317E}" type="presParOf" srcId="{BE754548-1D7E-4FDF-8A59-BDFF23D2B20C}" destId="{1F560D50-ED8B-41F6-A912-3A80C99135E9}" srcOrd="0" destOrd="0" presId="urn:microsoft.com/office/officeart/2018/2/layout/IconLabelList"/>
    <dgm:cxn modelId="{4B621B4C-1662-4199-9B7D-FBC512BF73CC}" type="presParOf" srcId="{BE754548-1D7E-4FDF-8A59-BDFF23D2B20C}" destId="{EB141200-4C5D-43A3-BE17-CE1FDF2759F2}" srcOrd="1" destOrd="0" presId="urn:microsoft.com/office/officeart/2018/2/layout/IconLabelList"/>
    <dgm:cxn modelId="{14FA5910-4B31-46AE-8451-C1BC73CF540F}" type="presParOf" srcId="{BE754548-1D7E-4FDF-8A59-BDFF23D2B20C}" destId="{5F4B8056-B938-4B78-BA6B-70A5C150774F}" srcOrd="2" destOrd="0" presId="urn:microsoft.com/office/officeart/2018/2/layout/IconLabelList"/>
    <dgm:cxn modelId="{C1FFA8EB-B44F-43D5-A286-7511E0B5A33F}" type="presParOf" srcId="{A47C2BDA-D04F-4609-85ED-7D80A3DFD2F1}" destId="{D6D7A2BD-2371-42CD-98C8-06224C066A5B}" srcOrd="5" destOrd="0" presId="urn:microsoft.com/office/officeart/2018/2/layout/IconLabelList"/>
    <dgm:cxn modelId="{73440C75-EE71-4B35-94D3-BD2E98DBA04D}" type="presParOf" srcId="{A47C2BDA-D04F-4609-85ED-7D80A3DFD2F1}" destId="{D63F795C-6F24-4AFB-A657-17B8BA122E7B}" srcOrd="6" destOrd="0" presId="urn:microsoft.com/office/officeart/2018/2/layout/IconLabelList"/>
    <dgm:cxn modelId="{3E30C12A-9BA4-4A4E-A5F3-248B5A742DF0}" type="presParOf" srcId="{D63F795C-6F24-4AFB-A657-17B8BA122E7B}" destId="{1449FA23-BA10-4A2B-A8A1-3FBCF6A0A68E}" srcOrd="0" destOrd="0" presId="urn:microsoft.com/office/officeart/2018/2/layout/IconLabelList"/>
    <dgm:cxn modelId="{63C57D41-5820-44B1-975D-E900A830C4FE}" type="presParOf" srcId="{D63F795C-6F24-4AFB-A657-17B8BA122E7B}" destId="{4CF6988F-CD3A-4E04-9EB7-28847EF5946F}" srcOrd="1" destOrd="0" presId="urn:microsoft.com/office/officeart/2018/2/layout/IconLabelList"/>
    <dgm:cxn modelId="{EC0E8160-1C89-405F-9D7D-FF86B85DD31E}" type="presParOf" srcId="{D63F795C-6F24-4AFB-A657-17B8BA122E7B}" destId="{DB42DB9A-25E0-4ADF-8E97-A2869B39B607}" srcOrd="2" destOrd="0" presId="urn:microsoft.com/office/officeart/2018/2/layout/IconLabelList"/>
    <dgm:cxn modelId="{6AE6A9B5-FFE3-41BC-A56C-5D62A5C968D0}" type="presParOf" srcId="{A47C2BDA-D04F-4609-85ED-7D80A3DFD2F1}" destId="{6DDDF810-E5D1-461D-ADB5-22519D266C6F}" srcOrd="7" destOrd="0" presId="urn:microsoft.com/office/officeart/2018/2/layout/IconLabelList"/>
    <dgm:cxn modelId="{F669E6AE-D41B-404A-B67C-A3509E519C94}" type="presParOf" srcId="{A47C2BDA-D04F-4609-85ED-7D80A3DFD2F1}" destId="{5503A85A-5A9E-4F52-A970-3970A981A7E5}" srcOrd="8" destOrd="0" presId="urn:microsoft.com/office/officeart/2018/2/layout/IconLabelList"/>
    <dgm:cxn modelId="{7FD451C5-3FE9-40EE-94EF-FDF7D302E3CC}" type="presParOf" srcId="{5503A85A-5A9E-4F52-A970-3970A981A7E5}" destId="{ECA64CEB-A8B1-4179-8CEB-E198CF6CD420}" srcOrd="0" destOrd="0" presId="urn:microsoft.com/office/officeart/2018/2/layout/IconLabelList"/>
    <dgm:cxn modelId="{94C6D53E-9E26-4D36-A955-ED9F33381078}" type="presParOf" srcId="{5503A85A-5A9E-4F52-A970-3970A981A7E5}" destId="{AF8F4956-A31F-43C6-9D73-2D89435D139E}" srcOrd="1" destOrd="0" presId="urn:microsoft.com/office/officeart/2018/2/layout/IconLabelList"/>
    <dgm:cxn modelId="{C7F079C5-5C2D-4B0C-93B1-4908221DE329}" type="presParOf" srcId="{5503A85A-5A9E-4F52-A970-3970A981A7E5}" destId="{43EAD807-A51F-4FBE-BD7A-83F81FAC15A1}" srcOrd="2" destOrd="0" presId="urn:microsoft.com/office/officeart/2018/2/layout/IconLabelList"/>
    <dgm:cxn modelId="{4E7CE63B-4C9F-4E7B-90D7-C4C75C20B825}" type="presParOf" srcId="{A47C2BDA-D04F-4609-85ED-7D80A3DFD2F1}" destId="{A29BA213-B99D-47DD-A5FC-B558DA7B68BD}" srcOrd="9" destOrd="0" presId="urn:microsoft.com/office/officeart/2018/2/layout/IconLabelList"/>
    <dgm:cxn modelId="{8451C1EF-973E-4E4B-A886-8590269116C6}" type="presParOf" srcId="{A47C2BDA-D04F-4609-85ED-7D80A3DFD2F1}" destId="{17F79F86-2C40-475B-9DE4-F82CFE5D6E67}" srcOrd="10" destOrd="0" presId="urn:microsoft.com/office/officeart/2018/2/layout/IconLabelList"/>
    <dgm:cxn modelId="{2CE61254-5720-424F-9329-0A433D20C4B7}" type="presParOf" srcId="{17F79F86-2C40-475B-9DE4-F82CFE5D6E67}" destId="{AF60DA08-A4AA-4904-8BA8-F20271320B79}" srcOrd="0" destOrd="0" presId="urn:microsoft.com/office/officeart/2018/2/layout/IconLabelList"/>
    <dgm:cxn modelId="{3771EB43-914C-4E47-8906-3527598422D3}" type="presParOf" srcId="{17F79F86-2C40-475B-9DE4-F82CFE5D6E67}" destId="{E1DFA7AE-C328-4910-9162-4E6AF0E39A19}" srcOrd="1" destOrd="0" presId="urn:microsoft.com/office/officeart/2018/2/layout/IconLabelList"/>
    <dgm:cxn modelId="{E91202F4-8C59-472A-82C3-2E1C20B42BC8}" type="presParOf" srcId="{17F79F86-2C40-475B-9DE4-F82CFE5D6E67}" destId="{4DBFB7CF-3D61-43DF-A1ED-91409B287D83}"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2429401-F5C1-4E0E-BC2B-23D028454AD5}"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B0ADD8CC-F55F-43B9-9BA8-FEC14F4BDCD3}">
      <dgm:prSet custT="1"/>
      <dgm:spPr/>
      <dgm:t>
        <a:bodyPr/>
        <a:lstStyle/>
        <a:p>
          <a:r>
            <a:rPr lang="en-US" sz="3200" b="1" dirty="0"/>
            <a:t>c</a:t>
          </a:r>
          <a:r>
            <a:rPr lang="en-US" sz="2800" b="1" dirty="0"/>
            <a:t>) Monitoring water use</a:t>
          </a:r>
          <a:endParaRPr lang="en-US" sz="3200" dirty="0"/>
        </a:p>
      </dgm:t>
    </dgm:pt>
    <dgm:pt modelId="{2BF754E0-4D63-464D-8931-F7EB688C6508}" type="parTrans" cxnId="{6693EA71-8669-43CD-AD07-F36F927BB053}">
      <dgm:prSet/>
      <dgm:spPr/>
      <dgm:t>
        <a:bodyPr/>
        <a:lstStyle/>
        <a:p>
          <a:endParaRPr lang="en-US"/>
        </a:p>
      </dgm:t>
    </dgm:pt>
    <dgm:pt modelId="{55FA434F-560C-4680-A1D0-D7B8B8A5E6AD}" type="sibTrans" cxnId="{6693EA71-8669-43CD-AD07-F36F927BB053}">
      <dgm:prSet/>
      <dgm:spPr/>
      <dgm:t>
        <a:bodyPr/>
        <a:lstStyle/>
        <a:p>
          <a:endParaRPr lang="en-US"/>
        </a:p>
      </dgm:t>
    </dgm:pt>
    <dgm:pt modelId="{30029D7B-8E3A-440D-80F6-A0253E3D7A27}">
      <dgm:prSet custT="1"/>
      <dgm:spPr/>
      <dgm:t>
        <a:bodyPr/>
        <a:lstStyle/>
        <a:p>
          <a:r>
            <a:rPr lang="en-US" sz="2800" dirty="0"/>
            <a:t>Comprehensive</a:t>
          </a:r>
          <a:r>
            <a:rPr lang="en-US" sz="2400" dirty="0"/>
            <a:t> On-Farm Water Use Monitoring and Partitioning</a:t>
          </a:r>
        </a:p>
      </dgm:t>
    </dgm:pt>
    <dgm:pt modelId="{6C965634-21EA-497E-B690-A1212C4A2067}" type="parTrans" cxnId="{21CEEE07-77FE-4CB1-8AE4-A58ACECF3B8D}">
      <dgm:prSet/>
      <dgm:spPr/>
      <dgm:t>
        <a:bodyPr/>
        <a:lstStyle/>
        <a:p>
          <a:endParaRPr lang="en-US"/>
        </a:p>
      </dgm:t>
    </dgm:pt>
    <dgm:pt modelId="{0291C5DD-D37A-403C-8657-D0862DC90980}" type="sibTrans" cxnId="{21CEEE07-77FE-4CB1-8AE4-A58ACECF3B8D}">
      <dgm:prSet/>
      <dgm:spPr/>
      <dgm:t>
        <a:bodyPr/>
        <a:lstStyle/>
        <a:p>
          <a:endParaRPr lang="en-US"/>
        </a:p>
      </dgm:t>
    </dgm:pt>
    <dgm:pt modelId="{AFECF6F9-C9AA-48F2-9FBC-B2C7F3D21F10}">
      <dgm:prSet custT="1"/>
      <dgm:spPr/>
      <dgm:t>
        <a:bodyPr/>
        <a:lstStyle/>
        <a:p>
          <a:r>
            <a:rPr lang="en-US" sz="2400" dirty="0"/>
            <a:t>Use of Advanced Metering and Sensor Technology : flow meters , 7 locations </a:t>
          </a:r>
        </a:p>
      </dgm:t>
    </dgm:pt>
    <dgm:pt modelId="{43B78816-4416-47E3-AA36-7546F593287A}" type="parTrans" cxnId="{FC4442B9-7348-4D77-BD64-3214E8AB05C6}">
      <dgm:prSet/>
      <dgm:spPr/>
      <dgm:t>
        <a:bodyPr/>
        <a:lstStyle/>
        <a:p>
          <a:endParaRPr lang="en-US"/>
        </a:p>
      </dgm:t>
    </dgm:pt>
    <dgm:pt modelId="{3688CAE5-54D5-44E3-AFC6-6BCDB8A73C3C}" type="sibTrans" cxnId="{FC4442B9-7348-4D77-BD64-3214E8AB05C6}">
      <dgm:prSet/>
      <dgm:spPr/>
      <dgm:t>
        <a:bodyPr/>
        <a:lstStyle/>
        <a:p>
          <a:endParaRPr lang="en-US"/>
        </a:p>
      </dgm:t>
    </dgm:pt>
    <dgm:pt modelId="{8E059056-763F-4693-82C0-5A7CB51B228A}">
      <dgm:prSet custT="1"/>
      <dgm:spPr/>
      <dgm:t>
        <a:bodyPr/>
        <a:lstStyle/>
        <a:p>
          <a:r>
            <a:rPr lang="en-US" sz="2400" dirty="0"/>
            <a:t>Individual Cow-Level Water Intake Monitoring: </a:t>
          </a:r>
          <a:r>
            <a:rPr lang="en-US" sz="2400" dirty="0" err="1"/>
            <a:t>SmaXtec</a:t>
          </a:r>
          <a:r>
            <a:rPr lang="en-US" sz="2400" dirty="0"/>
            <a:t> </a:t>
          </a:r>
        </a:p>
      </dgm:t>
    </dgm:pt>
    <dgm:pt modelId="{FF188833-904C-4435-96D3-B09EFDF80FEC}" type="parTrans" cxnId="{AD977526-D559-4FDF-AA9E-EDBB1E30D79B}">
      <dgm:prSet/>
      <dgm:spPr/>
      <dgm:t>
        <a:bodyPr/>
        <a:lstStyle/>
        <a:p>
          <a:endParaRPr lang="en-US"/>
        </a:p>
      </dgm:t>
    </dgm:pt>
    <dgm:pt modelId="{A77DDE09-5CA6-4FA5-A8F6-991959EC6094}" type="sibTrans" cxnId="{AD977526-D559-4FDF-AA9E-EDBB1E30D79B}">
      <dgm:prSet/>
      <dgm:spPr/>
      <dgm:t>
        <a:bodyPr/>
        <a:lstStyle/>
        <a:p>
          <a:endParaRPr lang="en-US"/>
        </a:p>
      </dgm:t>
    </dgm:pt>
    <dgm:pt modelId="{A6D92BDC-E836-4AAE-AF0A-B54275E54593}">
      <dgm:prSet custT="1"/>
      <dgm:spPr/>
      <dgm:t>
        <a:bodyPr/>
        <a:lstStyle/>
        <a:p>
          <a:r>
            <a:rPr lang="en-US" sz="2400" dirty="0"/>
            <a:t>Monthly Water Audits for Leak Detection and Efficiency Tracking  </a:t>
          </a:r>
        </a:p>
      </dgm:t>
    </dgm:pt>
    <dgm:pt modelId="{10F9ADFD-BAD8-4323-A05E-6EB2DB760450}" type="parTrans" cxnId="{584CD011-D66F-4DD7-948C-29343C53F2A3}">
      <dgm:prSet/>
      <dgm:spPr/>
      <dgm:t>
        <a:bodyPr/>
        <a:lstStyle/>
        <a:p>
          <a:endParaRPr lang="en-US"/>
        </a:p>
      </dgm:t>
    </dgm:pt>
    <dgm:pt modelId="{50D67324-9617-47C6-A94B-47FDECA37890}" type="sibTrans" cxnId="{584CD011-D66F-4DD7-948C-29343C53F2A3}">
      <dgm:prSet/>
      <dgm:spPr/>
      <dgm:t>
        <a:bodyPr/>
        <a:lstStyle/>
        <a:p>
          <a:endParaRPr lang="en-US"/>
        </a:p>
      </dgm:t>
    </dgm:pt>
    <dgm:pt modelId="{9672508F-A06B-4BA1-BA53-4E8A96142718}">
      <dgm:prSet custT="1"/>
      <dgm:spPr/>
      <dgm:t>
        <a:bodyPr/>
        <a:lstStyle/>
        <a:p>
          <a:r>
            <a:rPr lang="en-US" sz="2400" dirty="0"/>
            <a:t>Output Metrics and Resource Optimization Insights  </a:t>
          </a:r>
        </a:p>
      </dgm:t>
    </dgm:pt>
    <dgm:pt modelId="{B8B2CF68-B343-4407-8CE9-C78B1C2D9164}" type="parTrans" cxnId="{B74EADB5-6906-4BB7-8E9C-68D9DB77AFC0}">
      <dgm:prSet/>
      <dgm:spPr/>
      <dgm:t>
        <a:bodyPr/>
        <a:lstStyle/>
        <a:p>
          <a:endParaRPr lang="en-US"/>
        </a:p>
      </dgm:t>
    </dgm:pt>
    <dgm:pt modelId="{3F853637-2104-4578-8FD2-DC22EEC2EBAF}" type="sibTrans" cxnId="{B74EADB5-6906-4BB7-8E9C-68D9DB77AFC0}">
      <dgm:prSet/>
      <dgm:spPr/>
      <dgm:t>
        <a:bodyPr/>
        <a:lstStyle/>
        <a:p>
          <a:endParaRPr lang="en-US"/>
        </a:p>
      </dgm:t>
    </dgm:pt>
    <dgm:pt modelId="{28E49012-5A0B-42B1-8C50-2EB8581E9C72}" type="pres">
      <dgm:prSet presAssocID="{D2429401-F5C1-4E0E-BC2B-23D028454AD5}" presName="vert0" presStyleCnt="0">
        <dgm:presLayoutVars>
          <dgm:dir/>
          <dgm:animOne val="branch"/>
          <dgm:animLvl val="lvl"/>
        </dgm:presLayoutVars>
      </dgm:prSet>
      <dgm:spPr/>
    </dgm:pt>
    <dgm:pt modelId="{26CDC298-1201-4409-86A2-EC36FF1D4B2F}" type="pres">
      <dgm:prSet presAssocID="{B0ADD8CC-F55F-43B9-9BA8-FEC14F4BDCD3}" presName="thickLine" presStyleLbl="alignNode1" presStyleIdx="0" presStyleCnt="1"/>
      <dgm:spPr/>
    </dgm:pt>
    <dgm:pt modelId="{BAFAB7F2-FEC7-4FAB-BB08-ED3B8F3773C5}" type="pres">
      <dgm:prSet presAssocID="{B0ADD8CC-F55F-43B9-9BA8-FEC14F4BDCD3}" presName="horz1" presStyleCnt="0"/>
      <dgm:spPr/>
    </dgm:pt>
    <dgm:pt modelId="{BF30D316-4613-4AAE-B6EF-5C4092EDFDFE}" type="pres">
      <dgm:prSet presAssocID="{B0ADD8CC-F55F-43B9-9BA8-FEC14F4BDCD3}" presName="tx1" presStyleLbl="revTx" presStyleIdx="0" presStyleCnt="6" custScaleX="136200"/>
      <dgm:spPr/>
    </dgm:pt>
    <dgm:pt modelId="{B04B6AF3-4FD7-4550-9A01-ADAEB724B7A4}" type="pres">
      <dgm:prSet presAssocID="{B0ADD8CC-F55F-43B9-9BA8-FEC14F4BDCD3}" presName="vert1" presStyleCnt="0"/>
      <dgm:spPr/>
    </dgm:pt>
    <dgm:pt modelId="{B5BC8648-BC65-4678-A222-76972201B495}" type="pres">
      <dgm:prSet presAssocID="{30029D7B-8E3A-440D-80F6-A0253E3D7A27}" presName="vertSpace2a" presStyleCnt="0"/>
      <dgm:spPr/>
    </dgm:pt>
    <dgm:pt modelId="{8477ACF9-2CA4-48C1-BF38-8232758F0C6C}" type="pres">
      <dgm:prSet presAssocID="{30029D7B-8E3A-440D-80F6-A0253E3D7A27}" presName="horz2" presStyleCnt="0"/>
      <dgm:spPr/>
    </dgm:pt>
    <dgm:pt modelId="{49FF7B44-0637-43DC-B650-4C6DFF54906E}" type="pres">
      <dgm:prSet presAssocID="{30029D7B-8E3A-440D-80F6-A0253E3D7A27}" presName="horzSpace2" presStyleCnt="0"/>
      <dgm:spPr/>
    </dgm:pt>
    <dgm:pt modelId="{C3B07DB6-D5EA-4FE8-97CA-8BC45DAE1441}" type="pres">
      <dgm:prSet presAssocID="{30029D7B-8E3A-440D-80F6-A0253E3D7A27}" presName="tx2" presStyleLbl="revTx" presStyleIdx="1" presStyleCnt="6"/>
      <dgm:spPr/>
    </dgm:pt>
    <dgm:pt modelId="{143216D2-E27E-4573-8831-353B37AD4E19}" type="pres">
      <dgm:prSet presAssocID="{30029D7B-8E3A-440D-80F6-A0253E3D7A27}" presName="vert2" presStyleCnt="0"/>
      <dgm:spPr/>
    </dgm:pt>
    <dgm:pt modelId="{0A0AE8A9-F420-4BFB-A857-C5B94DB41107}" type="pres">
      <dgm:prSet presAssocID="{30029D7B-8E3A-440D-80F6-A0253E3D7A27}" presName="thinLine2b" presStyleLbl="callout" presStyleIdx="0" presStyleCnt="5"/>
      <dgm:spPr/>
    </dgm:pt>
    <dgm:pt modelId="{9F892FE2-0577-4D8A-B05D-A3A0C5B024E6}" type="pres">
      <dgm:prSet presAssocID="{30029D7B-8E3A-440D-80F6-A0253E3D7A27}" presName="vertSpace2b" presStyleCnt="0"/>
      <dgm:spPr/>
    </dgm:pt>
    <dgm:pt modelId="{C586BA4E-6D34-46D4-AF41-FEA77AC5E048}" type="pres">
      <dgm:prSet presAssocID="{AFECF6F9-C9AA-48F2-9FBC-B2C7F3D21F10}" presName="horz2" presStyleCnt="0"/>
      <dgm:spPr/>
    </dgm:pt>
    <dgm:pt modelId="{E09941B6-A4A0-4228-B2AF-857E184444B8}" type="pres">
      <dgm:prSet presAssocID="{AFECF6F9-C9AA-48F2-9FBC-B2C7F3D21F10}" presName="horzSpace2" presStyleCnt="0"/>
      <dgm:spPr/>
    </dgm:pt>
    <dgm:pt modelId="{FD9E3154-A074-4BBC-8BDE-BDE8A306BFE6}" type="pres">
      <dgm:prSet presAssocID="{AFECF6F9-C9AA-48F2-9FBC-B2C7F3D21F10}" presName="tx2" presStyleLbl="revTx" presStyleIdx="2" presStyleCnt="6"/>
      <dgm:spPr/>
    </dgm:pt>
    <dgm:pt modelId="{7AC499C0-4404-4885-A2EC-4A2AD6B2BAA2}" type="pres">
      <dgm:prSet presAssocID="{AFECF6F9-C9AA-48F2-9FBC-B2C7F3D21F10}" presName="vert2" presStyleCnt="0"/>
      <dgm:spPr/>
    </dgm:pt>
    <dgm:pt modelId="{DD4C0526-4E8E-4A71-8EB7-315B2D292B4C}" type="pres">
      <dgm:prSet presAssocID="{AFECF6F9-C9AA-48F2-9FBC-B2C7F3D21F10}" presName="thinLine2b" presStyleLbl="callout" presStyleIdx="1" presStyleCnt="5"/>
      <dgm:spPr/>
    </dgm:pt>
    <dgm:pt modelId="{832735E4-3E37-40B7-9AEF-7835C8A8C5D2}" type="pres">
      <dgm:prSet presAssocID="{AFECF6F9-C9AA-48F2-9FBC-B2C7F3D21F10}" presName="vertSpace2b" presStyleCnt="0"/>
      <dgm:spPr/>
    </dgm:pt>
    <dgm:pt modelId="{EC59247D-2A44-4C94-9787-2B3BB17D2D87}" type="pres">
      <dgm:prSet presAssocID="{8E059056-763F-4693-82C0-5A7CB51B228A}" presName="horz2" presStyleCnt="0"/>
      <dgm:spPr/>
    </dgm:pt>
    <dgm:pt modelId="{FB178934-FB17-4753-9F7F-09F68C2249E0}" type="pres">
      <dgm:prSet presAssocID="{8E059056-763F-4693-82C0-5A7CB51B228A}" presName="horzSpace2" presStyleCnt="0"/>
      <dgm:spPr/>
    </dgm:pt>
    <dgm:pt modelId="{793F3FE9-FFBC-48FB-A3A7-FE1B6AEC31CC}" type="pres">
      <dgm:prSet presAssocID="{8E059056-763F-4693-82C0-5A7CB51B228A}" presName="tx2" presStyleLbl="revTx" presStyleIdx="3" presStyleCnt="6"/>
      <dgm:spPr/>
    </dgm:pt>
    <dgm:pt modelId="{1E0C59A0-884A-454B-B996-54B0F1CB208C}" type="pres">
      <dgm:prSet presAssocID="{8E059056-763F-4693-82C0-5A7CB51B228A}" presName="vert2" presStyleCnt="0"/>
      <dgm:spPr/>
    </dgm:pt>
    <dgm:pt modelId="{1F03C5EB-7292-4BF1-89B8-0956A96901D0}" type="pres">
      <dgm:prSet presAssocID="{8E059056-763F-4693-82C0-5A7CB51B228A}" presName="thinLine2b" presStyleLbl="callout" presStyleIdx="2" presStyleCnt="5"/>
      <dgm:spPr/>
    </dgm:pt>
    <dgm:pt modelId="{28708CC1-F2C4-4B77-8C9A-4DC843EA4AE2}" type="pres">
      <dgm:prSet presAssocID="{8E059056-763F-4693-82C0-5A7CB51B228A}" presName="vertSpace2b" presStyleCnt="0"/>
      <dgm:spPr/>
    </dgm:pt>
    <dgm:pt modelId="{0C18EC00-63B3-4DDC-8C1D-2EEBAB9D3CDB}" type="pres">
      <dgm:prSet presAssocID="{A6D92BDC-E836-4AAE-AF0A-B54275E54593}" presName="horz2" presStyleCnt="0"/>
      <dgm:spPr/>
    </dgm:pt>
    <dgm:pt modelId="{777F050C-E535-4116-94C3-F143EE0E3FDC}" type="pres">
      <dgm:prSet presAssocID="{A6D92BDC-E836-4AAE-AF0A-B54275E54593}" presName="horzSpace2" presStyleCnt="0"/>
      <dgm:spPr/>
    </dgm:pt>
    <dgm:pt modelId="{029E1C36-64D9-4C62-82BA-79CDE906DE86}" type="pres">
      <dgm:prSet presAssocID="{A6D92BDC-E836-4AAE-AF0A-B54275E54593}" presName="tx2" presStyleLbl="revTx" presStyleIdx="4" presStyleCnt="6"/>
      <dgm:spPr/>
    </dgm:pt>
    <dgm:pt modelId="{AB6BCBBE-7CB6-4169-9EB9-FAEF5C851858}" type="pres">
      <dgm:prSet presAssocID="{A6D92BDC-E836-4AAE-AF0A-B54275E54593}" presName="vert2" presStyleCnt="0"/>
      <dgm:spPr/>
    </dgm:pt>
    <dgm:pt modelId="{55588147-77D1-4BDB-8894-D37897AE255A}" type="pres">
      <dgm:prSet presAssocID="{A6D92BDC-E836-4AAE-AF0A-B54275E54593}" presName="thinLine2b" presStyleLbl="callout" presStyleIdx="3" presStyleCnt="5"/>
      <dgm:spPr/>
    </dgm:pt>
    <dgm:pt modelId="{619F86B5-C32A-4D55-891A-3A260A4C97EB}" type="pres">
      <dgm:prSet presAssocID="{A6D92BDC-E836-4AAE-AF0A-B54275E54593}" presName="vertSpace2b" presStyleCnt="0"/>
      <dgm:spPr/>
    </dgm:pt>
    <dgm:pt modelId="{1B17F283-F21E-4BE1-835E-4CC42EA35FD8}" type="pres">
      <dgm:prSet presAssocID="{9672508F-A06B-4BA1-BA53-4E8A96142718}" presName="horz2" presStyleCnt="0"/>
      <dgm:spPr/>
    </dgm:pt>
    <dgm:pt modelId="{232ED820-7EFA-4712-B9BD-C1FFB777A1A5}" type="pres">
      <dgm:prSet presAssocID="{9672508F-A06B-4BA1-BA53-4E8A96142718}" presName="horzSpace2" presStyleCnt="0"/>
      <dgm:spPr/>
    </dgm:pt>
    <dgm:pt modelId="{27A7D9B6-A7DD-4E37-B9CF-82B8A2BA56CE}" type="pres">
      <dgm:prSet presAssocID="{9672508F-A06B-4BA1-BA53-4E8A96142718}" presName="tx2" presStyleLbl="revTx" presStyleIdx="5" presStyleCnt="6"/>
      <dgm:spPr/>
    </dgm:pt>
    <dgm:pt modelId="{88629997-DD0B-4D90-93CB-58E2BACBAF60}" type="pres">
      <dgm:prSet presAssocID="{9672508F-A06B-4BA1-BA53-4E8A96142718}" presName="vert2" presStyleCnt="0"/>
      <dgm:spPr/>
    </dgm:pt>
    <dgm:pt modelId="{6AFCF10D-3162-43C6-A440-E4C6AF7927FC}" type="pres">
      <dgm:prSet presAssocID="{9672508F-A06B-4BA1-BA53-4E8A96142718}" presName="thinLine2b" presStyleLbl="callout" presStyleIdx="4" presStyleCnt="5"/>
      <dgm:spPr/>
    </dgm:pt>
    <dgm:pt modelId="{9BBD90EA-04EA-4EF4-B727-DB9475F609FB}" type="pres">
      <dgm:prSet presAssocID="{9672508F-A06B-4BA1-BA53-4E8A96142718}" presName="vertSpace2b" presStyleCnt="0"/>
      <dgm:spPr/>
    </dgm:pt>
  </dgm:ptLst>
  <dgm:cxnLst>
    <dgm:cxn modelId="{21CEEE07-77FE-4CB1-8AE4-A58ACECF3B8D}" srcId="{B0ADD8CC-F55F-43B9-9BA8-FEC14F4BDCD3}" destId="{30029D7B-8E3A-440D-80F6-A0253E3D7A27}" srcOrd="0" destOrd="0" parTransId="{6C965634-21EA-497E-B690-A1212C4A2067}" sibTransId="{0291C5DD-D37A-403C-8657-D0862DC90980}"/>
    <dgm:cxn modelId="{584CD011-D66F-4DD7-948C-29343C53F2A3}" srcId="{B0ADD8CC-F55F-43B9-9BA8-FEC14F4BDCD3}" destId="{A6D92BDC-E836-4AAE-AF0A-B54275E54593}" srcOrd="3" destOrd="0" parTransId="{10F9ADFD-BAD8-4323-A05E-6EB2DB760450}" sibTransId="{50D67324-9617-47C6-A94B-47FDECA37890}"/>
    <dgm:cxn modelId="{AD977526-D559-4FDF-AA9E-EDBB1E30D79B}" srcId="{B0ADD8CC-F55F-43B9-9BA8-FEC14F4BDCD3}" destId="{8E059056-763F-4693-82C0-5A7CB51B228A}" srcOrd="2" destOrd="0" parTransId="{FF188833-904C-4435-96D3-B09EFDF80FEC}" sibTransId="{A77DDE09-5CA6-4FA5-A8F6-991959EC6094}"/>
    <dgm:cxn modelId="{35923127-8851-4349-8350-BD5CE4C1B22B}" type="presOf" srcId="{B0ADD8CC-F55F-43B9-9BA8-FEC14F4BDCD3}" destId="{BF30D316-4613-4AAE-B6EF-5C4092EDFDFE}" srcOrd="0" destOrd="0" presId="urn:microsoft.com/office/officeart/2008/layout/LinedList"/>
    <dgm:cxn modelId="{62795A4F-5E3B-4C41-897A-18F22047A167}" type="presOf" srcId="{9672508F-A06B-4BA1-BA53-4E8A96142718}" destId="{27A7D9B6-A7DD-4E37-B9CF-82B8A2BA56CE}" srcOrd="0" destOrd="0" presId="urn:microsoft.com/office/officeart/2008/layout/LinedList"/>
    <dgm:cxn modelId="{2D80E450-4D07-4A99-9B10-0867599BA287}" type="presOf" srcId="{D2429401-F5C1-4E0E-BC2B-23D028454AD5}" destId="{28E49012-5A0B-42B1-8C50-2EB8581E9C72}" srcOrd="0" destOrd="0" presId="urn:microsoft.com/office/officeart/2008/layout/LinedList"/>
    <dgm:cxn modelId="{6693EA71-8669-43CD-AD07-F36F927BB053}" srcId="{D2429401-F5C1-4E0E-BC2B-23D028454AD5}" destId="{B0ADD8CC-F55F-43B9-9BA8-FEC14F4BDCD3}" srcOrd="0" destOrd="0" parTransId="{2BF754E0-4D63-464D-8931-F7EB688C6508}" sibTransId="{55FA434F-560C-4680-A1D0-D7B8B8A5E6AD}"/>
    <dgm:cxn modelId="{B74EADB5-6906-4BB7-8E9C-68D9DB77AFC0}" srcId="{B0ADD8CC-F55F-43B9-9BA8-FEC14F4BDCD3}" destId="{9672508F-A06B-4BA1-BA53-4E8A96142718}" srcOrd="4" destOrd="0" parTransId="{B8B2CF68-B343-4407-8CE9-C78B1C2D9164}" sibTransId="{3F853637-2104-4578-8FD2-DC22EEC2EBAF}"/>
    <dgm:cxn modelId="{FC4442B9-7348-4D77-BD64-3214E8AB05C6}" srcId="{B0ADD8CC-F55F-43B9-9BA8-FEC14F4BDCD3}" destId="{AFECF6F9-C9AA-48F2-9FBC-B2C7F3D21F10}" srcOrd="1" destOrd="0" parTransId="{43B78816-4416-47E3-AA36-7546F593287A}" sibTransId="{3688CAE5-54D5-44E3-AFC6-6BCDB8A73C3C}"/>
    <dgm:cxn modelId="{CB299CB9-C1DB-47B0-9806-3C3AB98F3FC0}" type="presOf" srcId="{AFECF6F9-C9AA-48F2-9FBC-B2C7F3D21F10}" destId="{FD9E3154-A074-4BBC-8BDE-BDE8A306BFE6}" srcOrd="0" destOrd="0" presId="urn:microsoft.com/office/officeart/2008/layout/LinedList"/>
    <dgm:cxn modelId="{4D8AB9D2-E836-430C-88DD-5C36D4B6E7CF}" type="presOf" srcId="{30029D7B-8E3A-440D-80F6-A0253E3D7A27}" destId="{C3B07DB6-D5EA-4FE8-97CA-8BC45DAE1441}" srcOrd="0" destOrd="0" presId="urn:microsoft.com/office/officeart/2008/layout/LinedList"/>
    <dgm:cxn modelId="{F6BB65D9-3CB8-46CE-8298-596DCEA5CBA8}" type="presOf" srcId="{8E059056-763F-4693-82C0-5A7CB51B228A}" destId="{793F3FE9-FFBC-48FB-A3A7-FE1B6AEC31CC}" srcOrd="0" destOrd="0" presId="urn:microsoft.com/office/officeart/2008/layout/LinedList"/>
    <dgm:cxn modelId="{220304E8-2F31-44FE-B942-90128C63B547}" type="presOf" srcId="{A6D92BDC-E836-4AAE-AF0A-B54275E54593}" destId="{029E1C36-64D9-4C62-82BA-79CDE906DE86}" srcOrd="0" destOrd="0" presId="urn:microsoft.com/office/officeart/2008/layout/LinedList"/>
    <dgm:cxn modelId="{5FAAB925-C42E-47D7-A851-5298A06E33D2}" type="presParOf" srcId="{28E49012-5A0B-42B1-8C50-2EB8581E9C72}" destId="{26CDC298-1201-4409-86A2-EC36FF1D4B2F}" srcOrd="0" destOrd="0" presId="urn:microsoft.com/office/officeart/2008/layout/LinedList"/>
    <dgm:cxn modelId="{8F83BD75-87D8-429A-B684-B398D2E31A58}" type="presParOf" srcId="{28E49012-5A0B-42B1-8C50-2EB8581E9C72}" destId="{BAFAB7F2-FEC7-4FAB-BB08-ED3B8F3773C5}" srcOrd="1" destOrd="0" presId="urn:microsoft.com/office/officeart/2008/layout/LinedList"/>
    <dgm:cxn modelId="{9B6A8FB7-903F-481A-9379-1D04EAC1BAC8}" type="presParOf" srcId="{BAFAB7F2-FEC7-4FAB-BB08-ED3B8F3773C5}" destId="{BF30D316-4613-4AAE-B6EF-5C4092EDFDFE}" srcOrd="0" destOrd="0" presId="urn:microsoft.com/office/officeart/2008/layout/LinedList"/>
    <dgm:cxn modelId="{2BEBE5FE-FA38-40E2-9A40-624C3FF93F3A}" type="presParOf" srcId="{BAFAB7F2-FEC7-4FAB-BB08-ED3B8F3773C5}" destId="{B04B6AF3-4FD7-4550-9A01-ADAEB724B7A4}" srcOrd="1" destOrd="0" presId="urn:microsoft.com/office/officeart/2008/layout/LinedList"/>
    <dgm:cxn modelId="{85D6DAA6-ACC5-4852-B716-E534061FAB8A}" type="presParOf" srcId="{B04B6AF3-4FD7-4550-9A01-ADAEB724B7A4}" destId="{B5BC8648-BC65-4678-A222-76972201B495}" srcOrd="0" destOrd="0" presId="urn:microsoft.com/office/officeart/2008/layout/LinedList"/>
    <dgm:cxn modelId="{7785CFC8-7DCE-484D-858C-F1A0E8A91571}" type="presParOf" srcId="{B04B6AF3-4FD7-4550-9A01-ADAEB724B7A4}" destId="{8477ACF9-2CA4-48C1-BF38-8232758F0C6C}" srcOrd="1" destOrd="0" presId="urn:microsoft.com/office/officeart/2008/layout/LinedList"/>
    <dgm:cxn modelId="{C5CD8459-A28C-4DA0-B294-36DF85CFE203}" type="presParOf" srcId="{8477ACF9-2CA4-48C1-BF38-8232758F0C6C}" destId="{49FF7B44-0637-43DC-B650-4C6DFF54906E}" srcOrd="0" destOrd="0" presId="urn:microsoft.com/office/officeart/2008/layout/LinedList"/>
    <dgm:cxn modelId="{48DB8D03-E29F-434B-824F-7FC5390BD105}" type="presParOf" srcId="{8477ACF9-2CA4-48C1-BF38-8232758F0C6C}" destId="{C3B07DB6-D5EA-4FE8-97CA-8BC45DAE1441}" srcOrd="1" destOrd="0" presId="urn:microsoft.com/office/officeart/2008/layout/LinedList"/>
    <dgm:cxn modelId="{0929F8F3-6DA4-43B8-AAFD-7AF4BC4289DB}" type="presParOf" srcId="{8477ACF9-2CA4-48C1-BF38-8232758F0C6C}" destId="{143216D2-E27E-4573-8831-353B37AD4E19}" srcOrd="2" destOrd="0" presId="urn:microsoft.com/office/officeart/2008/layout/LinedList"/>
    <dgm:cxn modelId="{35A251E2-5B27-41DB-BFC9-34C23F2CF6DF}" type="presParOf" srcId="{B04B6AF3-4FD7-4550-9A01-ADAEB724B7A4}" destId="{0A0AE8A9-F420-4BFB-A857-C5B94DB41107}" srcOrd="2" destOrd="0" presId="urn:microsoft.com/office/officeart/2008/layout/LinedList"/>
    <dgm:cxn modelId="{C1488DEA-E2A6-4A47-8704-920682C69032}" type="presParOf" srcId="{B04B6AF3-4FD7-4550-9A01-ADAEB724B7A4}" destId="{9F892FE2-0577-4D8A-B05D-A3A0C5B024E6}" srcOrd="3" destOrd="0" presId="urn:microsoft.com/office/officeart/2008/layout/LinedList"/>
    <dgm:cxn modelId="{D3DDAEF7-D790-4178-9BB1-7B930A685788}" type="presParOf" srcId="{B04B6AF3-4FD7-4550-9A01-ADAEB724B7A4}" destId="{C586BA4E-6D34-46D4-AF41-FEA77AC5E048}" srcOrd="4" destOrd="0" presId="urn:microsoft.com/office/officeart/2008/layout/LinedList"/>
    <dgm:cxn modelId="{6A2231C0-0968-4187-8A8C-F25DDAE27870}" type="presParOf" srcId="{C586BA4E-6D34-46D4-AF41-FEA77AC5E048}" destId="{E09941B6-A4A0-4228-B2AF-857E184444B8}" srcOrd="0" destOrd="0" presId="urn:microsoft.com/office/officeart/2008/layout/LinedList"/>
    <dgm:cxn modelId="{85C53B50-5015-4FB9-91C9-834DBBEE3047}" type="presParOf" srcId="{C586BA4E-6D34-46D4-AF41-FEA77AC5E048}" destId="{FD9E3154-A074-4BBC-8BDE-BDE8A306BFE6}" srcOrd="1" destOrd="0" presId="urn:microsoft.com/office/officeart/2008/layout/LinedList"/>
    <dgm:cxn modelId="{2028006A-4E8E-4767-9DA6-C0D01187C71C}" type="presParOf" srcId="{C586BA4E-6D34-46D4-AF41-FEA77AC5E048}" destId="{7AC499C0-4404-4885-A2EC-4A2AD6B2BAA2}" srcOrd="2" destOrd="0" presId="urn:microsoft.com/office/officeart/2008/layout/LinedList"/>
    <dgm:cxn modelId="{A2535F1C-5BBC-4E1E-B510-2564421DA730}" type="presParOf" srcId="{B04B6AF3-4FD7-4550-9A01-ADAEB724B7A4}" destId="{DD4C0526-4E8E-4A71-8EB7-315B2D292B4C}" srcOrd="5" destOrd="0" presId="urn:microsoft.com/office/officeart/2008/layout/LinedList"/>
    <dgm:cxn modelId="{E0E3D68D-AAEB-4410-AD73-BF01F7021260}" type="presParOf" srcId="{B04B6AF3-4FD7-4550-9A01-ADAEB724B7A4}" destId="{832735E4-3E37-40B7-9AEF-7835C8A8C5D2}" srcOrd="6" destOrd="0" presId="urn:microsoft.com/office/officeart/2008/layout/LinedList"/>
    <dgm:cxn modelId="{B449EA32-7266-4079-9877-DCCB542FF2C8}" type="presParOf" srcId="{B04B6AF3-4FD7-4550-9A01-ADAEB724B7A4}" destId="{EC59247D-2A44-4C94-9787-2B3BB17D2D87}" srcOrd="7" destOrd="0" presId="urn:microsoft.com/office/officeart/2008/layout/LinedList"/>
    <dgm:cxn modelId="{57E7AE49-48FA-43B3-823F-00454857B21F}" type="presParOf" srcId="{EC59247D-2A44-4C94-9787-2B3BB17D2D87}" destId="{FB178934-FB17-4753-9F7F-09F68C2249E0}" srcOrd="0" destOrd="0" presId="urn:microsoft.com/office/officeart/2008/layout/LinedList"/>
    <dgm:cxn modelId="{4948D43D-B469-4A4C-8C32-D0D6B0DECCC2}" type="presParOf" srcId="{EC59247D-2A44-4C94-9787-2B3BB17D2D87}" destId="{793F3FE9-FFBC-48FB-A3A7-FE1B6AEC31CC}" srcOrd="1" destOrd="0" presId="urn:microsoft.com/office/officeart/2008/layout/LinedList"/>
    <dgm:cxn modelId="{CD1AFEC7-96D0-4038-ABDB-4CD4DE062F9B}" type="presParOf" srcId="{EC59247D-2A44-4C94-9787-2B3BB17D2D87}" destId="{1E0C59A0-884A-454B-B996-54B0F1CB208C}" srcOrd="2" destOrd="0" presId="urn:microsoft.com/office/officeart/2008/layout/LinedList"/>
    <dgm:cxn modelId="{D88BE7C3-4E38-42C9-88CF-0183CF9203CD}" type="presParOf" srcId="{B04B6AF3-4FD7-4550-9A01-ADAEB724B7A4}" destId="{1F03C5EB-7292-4BF1-89B8-0956A96901D0}" srcOrd="8" destOrd="0" presId="urn:microsoft.com/office/officeart/2008/layout/LinedList"/>
    <dgm:cxn modelId="{9DABFC58-5A93-4A7A-95B3-9B562F7E0A78}" type="presParOf" srcId="{B04B6AF3-4FD7-4550-9A01-ADAEB724B7A4}" destId="{28708CC1-F2C4-4B77-8C9A-4DC843EA4AE2}" srcOrd="9" destOrd="0" presId="urn:microsoft.com/office/officeart/2008/layout/LinedList"/>
    <dgm:cxn modelId="{8C1BB42B-48BD-406F-9875-E10D258CC5DB}" type="presParOf" srcId="{B04B6AF3-4FD7-4550-9A01-ADAEB724B7A4}" destId="{0C18EC00-63B3-4DDC-8C1D-2EEBAB9D3CDB}" srcOrd="10" destOrd="0" presId="urn:microsoft.com/office/officeart/2008/layout/LinedList"/>
    <dgm:cxn modelId="{12ADC958-7B30-45E0-AF95-6A023D99BB98}" type="presParOf" srcId="{0C18EC00-63B3-4DDC-8C1D-2EEBAB9D3CDB}" destId="{777F050C-E535-4116-94C3-F143EE0E3FDC}" srcOrd="0" destOrd="0" presId="urn:microsoft.com/office/officeart/2008/layout/LinedList"/>
    <dgm:cxn modelId="{7E56F3B3-EB89-42BD-92F6-8A130DAC2638}" type="presParOf" srcId="{0C18EC00-63B3-4DDC-8C1D-2EEBAB9D3CDB}" destId="{029E1C36-64D9-4C62-82BA-79CDE906DE86}" srcOrd="1" destOrd="0" presId="urn:microsoft.com/office/officeart/2008/layout/LinedList"/>
    <dgm:cxn modelId="{EB4D6350-9673-401C-BF1D-A768C225E309}" type="presParOf" srcId="{0C18EC00-63B3-4DDC-8C1D-2EEBAB9D3CDB}" destId="{AB6BCBBE-7CB6-4169-9EB9-FAEF5C851858}" srcOrd="2" destOrd="0" presId="urn:microsoft.com/office/officeart/2008/layout/LinedList"/>
    <dgm:cxn modelId="{D8EE7889-6ED3-49B0-B7E8-C3BC0E50E39E}" type="presParOf" srcId="{B04B6AF3-4FD7-4550-9A01-ADAEB724B7A4}" destId="{55588147-77D1-4BDB-8894-D37897AE255A}" srcOrd="11" destOrd="0" presId="urn:microsoft.com/office/officeart/2008/layout/LinedList"/>
    <dgm:cxn modelId="{1B40D28E-C54F-4EC7-ACA0-377F56C207B2}" type="presParOf" srcId="{B04B6AF3-4FD7-4550-9A01-ADAEB724B7A4}" destId="{619F86B5-C32A-4D55-891A-3A260A4C97EB}" srcOrd="12" destOrd="0" presId="urn:microsoft.com/office/officeart/2008/layout/LinedList"/>
    <dgm:cxn modelId="{3C30148E-74A8-42A8-ACEB-D73C442F66AB}" type="presParOf" srcId="{B04B6AF3-4FD7-4550-9A01-ADAEB724B7A4}" destId="{1B17F283-F21E-4BE1-835E-4CC42EA35FD8}" srcOrd="13" destOrd="0" presId="urn:microsoft.com/office/officeart/2008/layout/LinedList"/>
    <dgm:cxn modelId="{FA31DE96-618A-4C42-B2E8-379018E305A3}" type="presParOf" srcId="{1B17F283-F21E-4BE1-835E-4CC42EA35FD8}" destId="{232ED820-7EFA-4712-B9BD-C1FFB777A1A5}" srcOrd="0" destOrd="0" presId="urn:microsoft.com/office/officeart/2008/layout/LinedList"/>
    <dgm:cxn modelId="{18B08077-6520-4A6E-A935-E4FF29C9019E}" type="presParOf" srcId="{1B17F283-F21E-4BE1-835E-4CC42EA35FD8}" destId="{27A7D9B6-A7DD-4E37-B9CF-82B8A2BA56CE}" srcOrd="1" destOrd="0" presId="urn:microsoft.com/office/officeart/2008/layout/LinedList"/>
    <dgm:cxn modelId="{AEC47A9C-F029-42C5-8F7D-F7C5FEA2B9DF}" type="presParOf" srcId="{1B17F283-F21E-4BE1-835E-4CC42EA35FD8}" destId="{88629997-DD0B-4D90-93CB-58E2BACBAF60}" srcOrd="2" destOrd="0" presId="urn:microsoft.com/office/officeart/2008/layout/LinedList"/>
    <dgm:cxn modelId="{A86A395F-E20A-4800-8F6E-6885C3562354}" type="presParOf" srcId="{B04B6AF3-4FD7-4550-9A01-ADAEB724B7A4}" destId="{6AFCF10D-3162-43C6-A440-E4C6AF7927FC}" srcOrd="14" destOrd="0" presId="urn:microsoft.com/office/officeart/2008/layout/LinedList"/>
    <dgm:cxn modelId="{7AE2ABB6-EAFD-4BD4-9DD9-95B0CBDB47EC}" type="presParOf" srcId="{B04B6AF3-4FD7-4550-9A01-ADAEB724B7A4}" destId="{9BBD90EA-04EA-4EF4-B727-DB9475F609FB}" srcOrd="15"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B1EE7CF-4992-4035-9A76-AFA21BFA993C}"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B5DDB354-DDC3-4533-AA22-C2DD272A1B3D}">
      <dgm:prSet custT="1"/>
      <dgm:spPr/>
      <dgm:t>
        <a:bodyPr/>
        <a:lstStyle/>
        <a:p>
          <a:pPr>
            <a:lnSpc>
              <a:spcPct val="100000"/>
            </a:lnSpc>
          </a:pPr>
          <a:r>
            <a:rPr lang="en-US" sz="2400" dirty="0"/>
            <a:t>Resource Mapping &amp; Hotspot Identification </a:t>
          </a:r>
        </a:p>
      </dgm:t>
    </dgm:pt>
    <dgm:pt modelId="{E53FAF55-2BC7-487D-8AFD-DAC29B381617}" type="parTrans" cxnId="{5CB95BF2-25AD-4611-B1D3-517B1EA4BBB7}">
      <dgm:prSet/>
      <dgm:spPr/>
      <dgm:t>
        <a:bodyPr/>
        <a:lstStyle/>
        <a:p>
          <a:endParaRPr lang="en-US"/>
        </a:p>
      </dgm:t>
    </dgm:pt>
    <dgm:pt modelId="{F0A5AFD6-098D-4E4A-BBB2-B1E296C93DCF}" type="sibTrans" cxnId="{5CB95BF2-25AD-4611-B1D3-517B1EA4BBB7}">
      <dgm:prSet/>
      <dgm:spPr/>
      <dgm:t>
        <a:bodyPr/>
        <a:lstStyle/>
        <a:p>
          <a:pPr>
            <a:lnSpc>
              <a:spcPct val="100000"/>
            </a:lnSpc>
          </a:pPr>
          <a:endParaRPr lang="en-US"/>
        </a:p>
      </dgm:t>
    </dgm:pt>
    <dgm:pt modelId="{E52150D1-53AC-4AC8-994C-6FA601B09CFB}">
      <dgm:prSet/>
      <dgm:spPr/>
      <dgm:t>
        <a:bodyPr/>
        <a:lstStyle/>
        <a:p>
          <a:pPr>
            <a:lnSpc>
              <a:spcPct val="100000"/>
            </a:lnSpc>
          </a:pPr>
          <a:r>
            <a:rPr lang="en-US"/>
            <a:t>Practical Guidance </a:t>
          </a:r>
        </a:p>
      </dgm:t>
    </dgm:pt>
    <dgm:pt modelId="{91ACE6D9-B5DF-4455-B720-F0AA89495A49}" type="parTrans" cxnId="{7D31A7FA-CD38-460D-9328-5C1C026223B2}">
      <dgm:prSet/>
      <dgm:spPr/>
      <dgm:t>
        <a:bodyPr/>
        <a:lstStyle/>
        <a:p>
          <a:endParaRPr lang="en-US"/>
        </a:p>
      </dgm:t>
    </dgm:pt>
    <dgm:pt modelId="{FDD55F07-537B-4211-80D7-9B8819BC521A}" type="sibTrans" cxnId="{7D31A7FA-CD38-460D-9328-5C1C026223B2}">
      <dgm:prSet/>
      <dgm:spPr/>
      <dgm:t>
        <a:bodyPr/>
        <a:lstStyle/>
        <a:p>
          <a:pPr>
            <a:lnSpc>
              <a:spcPct val="100000"/>
            </a:lnSpc>
          </a:pPr>
          <a:endParaRPr lang="en-US"/>
        </a:p>
      </dgm:t>
    </dgm:pt>
    <dgm:pt modelId="{D948EC5F-4851-483C-84D9-5DFA941CE002}">
      <dgm:prSet/>
      <dgm:spPr/>
      <dgm:t>
        <a:bodyPr/>
        <a:lstStyle/>
        <a:p>
          <a:pPr>
            <a:lnSpc>
              <a:spcPct val="100000"/>
            </a:lnSpc>
          </a:pPr>
          <a:r>
            <a:rPr lang="en-US" dirty="0"/>
            <a:t>WEF Nexus Model </a:t>
          </a:r>
        </a:p>
      </dgm:t>
    </dgm:pt>
    <dgm:pt modelId="{A51853E8-8C4D-45A9-8D4A-1CE0B2BD41D8}" type="parTrans" cxnId="{4567830C-DBF6-4F46-A4E5-B97D8EB5B505}">
      <dgm:prSet/>
      <dgm:spPr/>
      <dgm:t>
        <a:bodyPr/>
        <a:lstStyle/>
        <a:p>
          <a:endParaRPr lang="en-US"/>
        </a:p>
      </dgm:t>
    </dgm:pt>
    <dgm:pt modelId="{E710AADB-CD0D-47AB-8910-9142F78B1B24}" type="sibTrans" cxnId="{4567830C-DBF6-4F46-A4E5-B97D8EB5B505}">
      <dgm:prSet/>
      <dgm:spPr/>
      <dgm:t>
        <a:bodyPr/>
        <a:lstStyle/>
        <a:p>
          <a:pPr>
            <a:lnSpc>
              <a:spcPct val="100000"/>
            </a:lnSpc>
          </a:pPr>
          <a:endParaRPr lang="en-US"/>
        </a:p>
      </dgm:t>
    </dgm:pt>
    <dgm:pt modelId="{3C27FD98-5B4E-46F3-AA7B-12BB08672E42}">
      <dgm:prSet/>
      <dgm:spPr/>
      <dgm:t>
        <a:bodyPr/>
        <a:lstStyle/>
        <a:p>
          <a:pPr>
            <a:lnSpc>
              <a:spcPct val="100000"/>
            </a:lnSpc>
          </a:pPr>
          <a:r>
            <a:rPr lang="en-US"/>
            <a:t>Technology Insights </a:t>
          </a:r>
        </a:p>
      </dgm:t>
    </dgm:pt>
    <dgm:pt modelId="{1C7A9509-D312-40E8-AD07-1098282D7353}" type="parTrans" cxnId="{F9C387E8-19CA-4082-A0E2-AF63F7C45CCE}">
      <dgm:prSet/>
      <dgm:spPr/>
      <dgm:t>
        <a:bodyPr/>
        <a:lstStyle/>
        <a:p>
          <a:endParaRPr lang="en-US"/>
        </a:p>
      </dgm:t>
    </dgm:pt>
    <dgm:pt modelId="{D184B3DC-37FF-4726-8B11-B489986463A5}" type="sibTrans" cxnId="{F9C387E8-19CA-4082-A0E2-AF63F7C45CCE}">
      <dgm:prSet/>
      <dgm:spPr/>
      <dgm:t>
        <a:bodyPr/>
        <a:lstStyle/>
        <a:p>
          <a:pPr>
            <a:lnSpc>
              <a:spcPct val="100000"/>
            </a:lnSpc>
          </a:pPr>
          <a:endParaRPr lang="en-US"/>
        </a:p>
      </dgm:t>
    </dgm:pt>
    <dgm:pt modelId="{DFCAC4C4-4B2A-4EDD-875A-845A4D05B718}">
      <dgm:prSet/>
      <dgm:spPr/>
      <dgm:t>
        <a:bodyPr/>
        <a:lstStyle/>
        <a:p>
          <a:pPr>
            <a:lnSpc>
              <a:spcPct val="100000"/>
            </a:lnSpc>
          </a:pPr>
          <a:r>
            <a:rPr lang="en-US" dirty="0"/>
            <a:t>Broad Impact </a:t>
          </a:r>
        </a:p>
      </dgm:t>
    </dgm:pt>
    <dgm:pt modelId="{DE3D196D-81A0-4E2B-A359-774224E642B6}" type="parTrans" cxnId="{DF6ED47F-0175-4EF6-BC45-214C0A45F3E7}">
      <dgm:prSet/>
      <dgm:spPr/>
      <dgm:t>
        <a:bodyPr/>
        <a:lstStyle/>
        <a:p>
          <a:endParaRPr lang="en-US"/>
        </a:p>
      </dgm:t>
    </dgm:pt>
    <dgm:pt modelId="{267A7B2B-E891-4F0D-921C-777109224A28}" type="sibTrans" cxnId="{DF6ED47F-0175-4EF6-BC45-214C0A45F3E7}">
      <dgm:prSet/>
      <dgm:spPr/>
      <dgm:t>
        <a:bodyPr/>
        <a:lstStyle/>
        <a:p>
          <a:endParaRPr lang="en-US"/>
        </a:p>
      </dgm:t>
    </dgm:pt>
    <dgm:pt modelId="{347E7067-902E-4D4F-B875-751CB6B14990}" type="pres">
      <dgm:prSet presAssocID="{3B1EE7CF-4992-4035-9A76-AFA21BFA993C}" presName="root" presStyleCnt="0">
        <dgm:presLayoutVars>
          <dgm:dir/>
          <dgm:resizeHandles val="exact"/>
        </dgm:presLayoutVars>
      </dgm:prSet>
      <dgm:spPr/>
    </dgm:pt>
    <dgm:pt modelId="{624D4CEC-D2E0-4157-86E7-A4E942DD5B13}" type="pres">
      <dgm:prSet presAssocID="{3B1EE7CF-4992-4035-9A76-AFA21BFA993C}" presName="container" presStyleCnt="0">
        <dgm:presLayoutVars>
          <dgm:dir/>
          <dgm:resizeHandles val="exact"/>
        </dgm:presLayoutVars>
      </dgm:prSet>
      <dgm:spPr/>
    </dgm:pt>
    <dgm:pt modelId="{74E61F91-2E2A-4612-B391-A342139C0344}" type="pres">
      <dgm:prSet presAssocID="{B5DDB354-DDC3-4533-AA22-C2DD272A1B3D}" presName="compNode" presStyleCnt="0"/>
      <dgm:spPr/>
    </dgm:pt>
    <dgm:pt modelId="{6CF8C561-5E67-4092-B24A-60D4B4D3B1EE}" type="pres">
      <dgm:prSet presAssocID="{B5DDB354-DDC3-4533-AA22-C2DD272A1B3D}" presName="iconBgRect" presStyleLbl="bgShp" presStyleIdx="0" presStyleCnt="5"/>
      <dgm:spPr/>
    </dgm:pt>
    <dgm:pt modelId="{5224AF79-91D0-48AA-B7B8-D8CE7C79049F}" type="pres">
      <dgm:prSet presAssocID="{B5DDB354-DDC3-4533-AA22-C2DD272A1B3D}"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Fire"/>
        </a:ext>
      </dgm:extLst>
    </dgm:pt>
    <dgm:pt modelId="{DF307EEA-6917-4957-B88D-0B845D9F4E11}" type="pres">
      <dgm:prSet presAssocID="{B5DDB354-DDC3-4533-AA22-C2DD272A1B3D}" presName="spaceRect" presStyleCnt="0"/>
      <dgm:spPr/>
    </dgm:pt>
    <dgm:pt modelId="{3241D583-C043-43DC-B1B9-367FEC59F883}" type="pres">
      <dgm:prSet presAssocID="{B5DDB354-DDC3-4533-AA22-C2DD272A1B3D}" presName="textRect" presStyleLbl="revTx" presStyleIdx="0" presStyleCnt="5">
        <dgm:presLayoutVars>
          <dgm:chMax val="1"/>
          <dgm:chPref val="1"/>
        </dgm:presLayoutVars>
      </dgm:prSet>
      <dgm:spPr/>
    </dgm:pt>
    <dgm:pt modelId="{E7939CAD-F263-4D8B-A6BA-54309DD524FC}" type="pres">
      <dgm:prSet presAssocID="{F0A5AFD6-098D-4E4A-BBB2-B1E296C93DCF}" presName="sibTrans" presStyleLbl="sibTrans2D1" presStyleIdx="0" presStyleCnt="0"/>
      <dgm:spPr/>
    </dgm:pt>
    <dgm:pt modelId="{7600ACAA-69EA-40C9-B558-83CA0C4A9836}" type="pres">
      <dgm:prSet presAssocID="{E52150D1-53AC-4AC8-994C-6FA601B09CFB}" presName="compNode" presStyleCnt="0"/>
      <dgm:spPr/>
    </dgm:pt>
    <dgm:pt modelId="{490A53BC-B4E6-458A-AD40-CDF372BBE893}" type="pres">
      <dgm:prSet presAssocID="{E52150D1-53AC-4AC8-994C-6FA601B09CFB}" presName="iconBgRect" presStyleLbl="bgShp" presStyleIdx="1" presStyleCnt="5"/>
      <dgm:spPr/>
    </dgm:pt>
    <dgm:pt modelId="{43AC5468-84D5-4F7B-B3AC-68740F9E5999}" type="pres">
      <dgm:prSet presAssocID="{E52150D1-53AC-4AC8-994C-6FA601B09CFB}"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Teacher"/>
        </a:ext>
      </dgm:extLst>
    </dgm:pt>
    <dgm:pt modelId="{A3389E5E-C718-48FF-BB6E-DF986712DCF7}" type="pres">
      <dgm:prSet presAssocID="{E52150D1-53AC-4AC8-994C-6FA601B09CFB}" presName="spaceRect" presStyleCnt="0"/>
      <dgm:spPr/>
    </dgm:pt>
    <dgm:pt modelId="{CA1C6DE2-F4C6-4F0C-9DF6-3AAC0C8CF9A0}" type="pres">
      <dgm:prSet presAssocID="{E52150D1-53AC-4AC8-994C-6FA601B09CFB}" presName="textRect" presStyleLbl="revTx" presStyleIdx="1" presStyleCnt="5">
        <dgm:presLayoutVars>
          <dgm:chMax val="1"/>
          <dgm:chPref val="1"/>
        </dgm:presLayoutVars>
      </dgm:prSet>
      <dgm:spPr/>
    </dgm:pt>
    <dgm:pt modelId="{38FB2936-DB49-41D2-9933-820C8BA47690}" type="pres">
      <dgm:prSet presAssocID="{FDD55F07-537B-4211-80D7-9B8819BC521A}" presName="sibTrans" presStyleLbl="sibTrans2D1" presStyleIdx="0" presStyleCnt="0"/>
      <dgm:spPr/>
    </dgm:pt>
    <dgm:pt modelId="{83237D99-E305-4188-B8D6-F686417B530A}" type="pres">
      <dgm:prSet presAssocID="{D948EC5F-4851-483C-84D9-5DFA941CE002}" presName="compNode" presStyleCnt="0"/>
      <dgm:spPr/>
    </dgm:pt>
    <dgm:pt modelId="{A44E048C-E1E3-4D84-9760-509E46E488F7}" type="pres">
      <dgm:prSet presAssocID="{D948EC5F-4851-483C-84D9-5DFA941CE002}" presName="iconBgRect" presStyleLbl="bgShp" presStyleIdx="2" presStyleCnt="5"/>
      <dgm:spPr/>
    </dgm:pt>
    <dgm:pt modelId="{051F4A01-2B84-4341-8C0A-7069F4A21208}" type="pres">
      <dgm:prSet presAssocID="{D948EC5F-4851-483C-84D9-5DFA941CE002}"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User"/>
        </a:ext>
      </dgm:extLst>
    </dgm:pt>
    <dgm:pt modelId="{5A8771DF-956D-4CDF-9290-55A4A02B7986}" type="pres">
      <dgm:prSet presAssocID="{D948EC5F-4851-483C-84D9-5DFA941CE002}" presName="spaceRect" presStyleCnt="0"/>
      <dgm:spPr/>
    </dgm:pt>
    <dgm:pt modelId="{59160936-CE9A-45FC-A5F2-11EC93AB531D}" type="pres">
      <dgm:prSet presAssocID="{D948EC5F-4851-483C-84D9-5DFA941CE002}" presName="textRect" presStyleLbl="revTx" presStyleIdx="2" presStyleCnt="5">
        <dgm:presLayoutVars>
          <dgm:chMax val="1"/>
          <dgm:chPref val="1"/>
        </dgm:presLayoutVars>
      </dgm:prSet>
      <dgm:spPr/>
    </dgm:pt>
    <dgm:pt modelId="{ECC037D6-1A7B-4165-BF8D-2ACC39702A97}" type="pres">
      <dgm:prSet presAssocID="{E710AADB-CD0D-47AB-8910-9142F78B1B24}" presName="sibTrans" presStyleLbl="sibTrans2D1" presStyleIdx="0" presStyleCnt="0"/>
      <dgm:spPr/>
    </dgm:pt>
    <dgm:pt modelId="{2D6FF824-5818-447F-AAFD-74BB8C68B8C1}" type="pres">
      <dgm:prSet presAssocID="{3C27FD98-5B4E-46F3-AA7B-12BB08672E42}" presName="compNode" presStyleCnt="0"/>
      <dgm:spPr/>
    </dgm:pt>
    <dgm:pt modelId="{AA714BE2-7A41-4C6B-A3A8-6CDF3A3AAE69}" type="pres">
      <dgm:prSet presAssocID="{3C27FD98-5B4E-46F3-AA7B-12BB08672E42}" presName="iconBgRect" presStyleLbl="bgShp" presStyleIdx="3" presStyleCnt="5"/>
      <dgm:spPr/>
    </dgm:pt>
    <dgm:pt modelId="{60D22AA9-0D5B-434C-B14F-DB5395AE707E}" type="pres">
      <dgm:prSet presAssocID="{3C27FD98-5B4E-46F3-AA7B-12BB08672E42}"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Lightbulb"/>
        </a:ext>
      </dgm:extLst>
    </dgm:pt>
    <dgm:pt modelId="{83C6E977-CB77-497B-8648-77E7B1F0498F}" type="pres">
      <dgm:prSet presAssocID="{3C27FD98-5B4E-46F3-AA7B-12BB08672E42}" presName="spaceRect" presStyleCnt="0"/>
      <dgm:spPr/>
    </dgm:pt>
    <dgm:pt modelId="{74270724-4064-4454-8E97-5FDF60499A8E}" type="pres">
      <dgm:prSet presAssocID="{3C27FD98-5B4E-46F3-AA7B-12BB08672E42}" presName="textRect" presStyleLbl="revTx" presStyleIdx="3" presStyleCnt="5">
        <dgm:presLayoutVars>
          <dgm:chMax val="1"/>
          <dgm:chPref val="1"/>
        </dgm:presLayoutVars>
      </dgm:prSet>
      <dgm:spPr/>
    </dgm:pt>
    <dgm:pt modelId="{53E9DFE9-9F84-4386-A622-ADF40475783B}" type="pres">
      <dgm:prSet presAssocID="{D184B3DC-37FF-4726-8B11-B489986463A5}" presName="sibTrans" presStyleLbl="sibTrans2D1" presStyleIdx="0" presStyleCnt="0"/>
      <dgm:spPr/>
    </dgm:pt>
    <dgm:pt modelId="{098A56DE-A9DD-4D9C-A805-76A2CB68EFCE}" type="pres">
      <dgm:prSet presAssocID="{DFCAC4C4-4B2A-4EDD-875A-845A4D05B718}" presName="compNode" presStyleCnt="0"/>
      <dgm:spPr/>
    </dgm:pt>
    <dgm:pt modelId="{66C2BF6C-DCDA-43C0-AB2E-3C5DB724B512}" type="pres">
      <dgm:prSet presAssocID="{DFCAC4C4-4B2A-4EDD-875A-845A4D05B718}" presName="iconBgRect" presStyleLbl="bgShp" presStyleIdx="4" presStyleCnt="5"/>
      <dgm:spPr/>
    </dgm:pt>
    <dgm:pt modelId="{B8A05E11-5C7B-4B29-9CFE-D99DEC4FD588}" type="pres">
      <dgm:prSet presAssocID="{DFCAC4C4-4B2A-4EDD-875A-845A4D05B718}"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Upward trend"/>
        </a:ext>
      </dgm:extLst>
    </dgm:pt>
    <dgm:pt modelId="{762E67E8-0288-4A7B-AA4D-5F21D87A3292}" type="pres">
      <dgm:prSet presAssocID="{DFCAC4C4-4B2A-4EDD-875A-845A4D05B718}" presName="spaceRect" presStyleCnt="0"/>
      <dgm:spPr/>
    </dgm:pt>
    <dgm:pt modelId="{627A4D39-FD32-490B-956D-C9642DE20621}" type="pres">
      <dgm:prSet presAssocID="{DFCAC4C4-4B2A-4EDD-875A-845A4D05B718}" presName="textRect" presStyleLbl="revTx" presStyleIdx="4" presStyleCnt="5">
        <dgm:presLayoutVars>
          <dgm:chMax val="1"/>
          <dgm:chPref val="1"/>
        </dgm:presLayoutVars>
      </dgm:prSet>
      <dgm:spPr/>
    </dgm:pt>
  </dgm:ptLst>
  <dgm:cxnLst>
    <dgm:cxn modelId="{C9630E02-7E77-41B4-B16B-EDAF45330001}" type="presOf" srcId="{E52150D1-53AC-4AC8-994C-6FA601B09CFB}" destId="{CA1C6DE2-F4C6-4F0C-9DF6-3AAC0C8CF9A0}" srcOrd="0" destOrd="0" presId="urn:microsoft.com/office/officeart/2018/2/layout/IconCircleList"/>
    <dgm:cxn modelId="{4567830C-DBF6-4F46-A4E5-B97D8EB5B505}" srcId="{3B1EE7CF-4992-4035-9A76-AFA21BFA993C}" destId="{D948EC5F-4851-483C-84D9-5DFA941CE002}" srcOrd="2" destOrd="0" parTransId="{A51853E8-8C4D-45A9-8D4A-1CE0B2BD41D8}" sibTransId="{E710AADB-CD0D-47AB-8910-9142F78B1B24}"/>
    <dgm:cxn modelId="{099E4A0F-406C-4A39-BE81-5EF7F6AF97C8}" type="presOf" srcId="{D948EC5F-4851-483C-84D9-5DFA941CE002}" destId="{59160936-CE9A-45FC-A5F2-11EC93AB531D}" srcOrd="0" destOrd="0" presId="urn:microsoft.com/office/officeart/2018/2/layout/IconCircleList"/>
    <dgm:cxn modelId="{077A4B21-F012-4CA6-90B1-8DA5C2854155}" type="presOf" srcId="{FDD55F07-537B-4211-80D7-9B8819BC521A}" destId="{38FB2936-DB49-41D2-9933-820C8BA47690}" srcOrd="0" destOrd="0" presId="urn:microsoft.com/office/officeart/2018/2/layout/IconCircleList"/>
    <dgm:cxn modelId="{F26FDB47-5F20-4173-91E8-9A40DFAD8BF4}" type="presOf" srcId="{3B1EE7CF-4992-4035-9A76-AFA21BFA993C}" destId="{347E7067-902E-4D4F-B875-751CB6B14990}" srcOrd="0" destOrd="0" presId="urn:microsoft.com/office/officeart/2018/2/layout/IconCircleList"/>
    <dgm:cxn modelId="{DF6ED47F-0175-4EF6-BC45-214C0A45F3E7}" srcId="{3B1EE7CF-4992-4035-9A76-AFA21BFA993C}" destId="{DFCAC4C4-4B2A-4EDD-875A-845A4D05B718}" srcOrd="4" destOrd="0" parTransId="{DE3D196D-81A0-4E2B-A359-774224E642B6}" sibTransId="{267A7B2B-E891-4F0D-921C-777109224A28}"/>
    <dgm:cxn modelId="{6AC2B3BD-8C5D-41A8-91CC-33236BDCE935}" type="presOf" srcId="{D184B3DC-37FF-4726-8B11-B489986463A5}" destId="{53E9DFE9-9F84-4386-A622-ADF40475783B}" srcOrd="0" destOrd="0" presId="urn:microsoft.com/office/officeart/2018/2/layout/IconCircleList"/>
    <dgm:cxn modelId="{B6127AC6-91F7-4EC8-A800-8E481F6DCAFA}" type="presOf" srcId="{DFCAC4C4-4B2A-4EDD-875A-845A4D05B718}" destId="{627A4D39-FD32-490B-956D-C9642DE20621}" srcOrd="0" destOrd="0" presId="urn:microsoft.com/office/officeart/2018/2/layout/IconCircleList"/>
    <dgm:cxn modelId="{AE59B7D6-495E-49EC-A15D-D4A2F64FB52A}" type="presOf" srcId="{3C27FD98-5B4E-46F3-AA7B-12BB08672E42}" destId="{74270724-4064-4454-8E97-5FDF60499A8E}" srcOrd="0" destOrd="0" presId="urn:microsoft.com/office/officeart/2018/2/layout/IconCircleList"/>
    <dgm:cxn modelId="{E1C3E8E1-0C85-45B8-80C3-FFB8102752F4}" type="presOf" srcId="{B5DDB354-DDC3-4533-AA22-C2DD272A1B3D}" destId="{3241D583-C043-43DC-B1B9-367FEC59F883}" srcOrd="0" destOrd="0" presId="urn:microsoft.com/office/officeart/2018/2/layout/IconCircleList"/>
    <dgm:cxn modelId="{F9C387E8-19CA-4082-A0E2-AF63F7C45CCE}" srcId="{3B1EE7CF-4992-4035-9A76-AFA21BFA993C}" destId="{3C27FD98-5B4E-46F3-AA7B-12BB08672E42}" srcOrd="3" destOrd="0" parTransId="{1C7A9509-D312-40E8-AD07-1098282D7353}" sibTransId="{D184B3DC-37FF-4726-8B11-B489986463A5}"/>
    <dgm:cxn modelId="{C41B69F0-5360-4D7A-B6B6-2D1A25BC277D}" type="presOf" srcId="{E710AADB-CD0D-47AB-8910-9142F78B1B24}" destId="{ECC037D6-1A7B-4165-BF8D-2ACC39702A97}" srcOrd="0" destOrd="0" presId="urn:microsoft.com/office/officeart/2018/2/layout/IconCircleList"/>
    <dgm:cxn modelId="{5CB95BF2-25AD-4611-B1D3-517B1EA4BBB7}" srcId="{3B1EE7CF-4992-4035-9A76-AFA21BFA993C}" destId="{B5DDB354-DDC3-4533-AA22-C2DD272A1B3D}" srcOrd="0" destOrd="0" parTransId="{E53FAF55-2BC7-487D-8AFD-DAC29B381617}" sibTransId="{F0A5AFD6-098D-4E4A-BBB2-B1E296C93DCF}"/>
    <dgm:cxn modelId="{7D31A7FA-CD38-460D-9328-5C1C026223B2}" srcId="{3B1EE7CF-4992-4035-9A76-AFA21BFA993C}" destId="{E52150D1-53AC-4AC8-994C-6FA601B09CFB}" srcOrd="1" destOrd="0" parTransId="{91ACE6D9-B5DF-4455-B720-F0AA89495A49}" sibTransId="{FDD55F07-537B-4211-80D7-9B8819BC521A}"/>
    <dgm:cxn modelId="{6252BEFC-E419-4709-B80A-F34539780C69}" type="presOf" srcId="{F0A5AFD6-098D-4E4A-BBB2-B1E296C93DCF}" destId="{E7939CAD-F263-4D8B-A6BA-54309DD524FC}" srcOrd="0" destOrd="0" presId="urn:microsoft.com/office/officeart/2018/2/layout/IconCircleList"/>
    <dgm:cxn modelId="{03982528-F4D6-40B2-98D0-94D367F3D727}" type="presParOf" srcId="{347E7067-902E-4D4F-B875-751CB6B14990}" destId="{624D4CEC-D2E0-4157-86E7-A4E942DD5B13}" srcOrd="0" destOrd="0" presId="urn:microsoft.com/office/officeart/2018/2/layout/IconCircleList"/>
    <dgm:cxn modelId="{C23D47D4-884E-44D3-941D-5AE1F0E0E661}" type="presParOf" srcId="{624D4CEC-D2E0-4157-86E7-A4E942DD5B13}" destId="{74E61F91-2E2A-4612-B391-A342139C0344}" srcOrd="0" destOrd="0" presId="urn:microsoft.com/office/officeart/2018/2/layout/IconCircleList"/>
    <dgm:cxn modelId="{D9BCDC7F-2F04-491A-8754-E3E90CCD59FD}" type="presParOf" srcId="{74E61F91-2E2A-4612-B391-A342139C0344}" destId="{6CF8C561-5E67-4092-B24A-60D4B4D3B1EE}" srcOrd="0" destOrd="0" presId="urn:microsoft.com/office/officeart/2018/2/layout/IconCircleList"/>
    <dgm:cxn modelId="{67F70AB4-8147-4176-B7DB-93D5282FC6FF}" type="presParOf" srcId="{74E61F91-2E2A-4612-B391-A342139C0344}" destId="{5224AF79-91D0-48AA-B7B8-D8CE7C79049F}" srcOrd="1" destOrd="0" presId="urn:microsoft.com/office/officeart/2018/2/layout/IconCircleList"/>
    <dgm:cxn modelId="{65C7F8DF-AE01-439D-9882-768AE6833CA9}" type="presParOf" srcId="{74E61F91-2E2A-4612-B391-A342139C0344}" destId="{DF307EEA-6917-4957-B88D-0B845D9F4E11}" srcOrd="2" destOrd="0" presId="urn:microsoft.com/office/officeart/2018/2/layout/IconCircleList"/>
    <dgm:cxn modelId="{8534D4C3-0021-4554-B48D-2FFDEB8C554D}" type="presParOf" srcId="{74E61F91-2E2A-4612-B391-A342139C0344}" destId="{3241D583-C043-43DC-B1B9-367FEC59F883}" srcOrd="3" destOrd="0" presId="urn:microsoft.com/office/officeart/2018/2/layout/IconCircleList"/>
    <dgm:cxn modelId="{2E4913E5-9B14-4EE1-8327-28590D8AC048}" type="presParOf" srcId="{624D4CEC-D2E0-4157-86E7-A4E942DD5B13}" destId="{E7939CAD-F263-4D8B-A6BA-54309DD524FC}" srcOrd="1" destOrd="0" presId="urn:microsoft.com/office/officeart/2018/2/layout/IconCircleList"/>
    <dgm:cxn modelId="{D51C2FEF-1FE1-4E53-86FE-F0A6A6049AB1}" type="presParOf" srcId="{624D4CEC-D2E0-4157-86E7-A4E942DD5B13}" destId="{7600ACAA-69EA-40C9-B558-83CA0C4A9836}" srcOrd="2" destOrd="0" presId="urn:microsoft.com/office/officeart/2018/2/layout/IconCircleList"/>
    <dgm:cxn modelId="{6A5C3D0E-4A60-4D73-9DD6-BD1B9CDF15A2}" type="presParOf" srcId="{7600ACAA-69EA-40C9-B558-83CA0C4A9836}" destId="{490A53BC-B4E6-458A-AD40-CDF372BBE893}" srcOrd="0" destOrd="0" presId="urn:microsoft.com/office/officeart/2018/2/layout/IconCircleList"/>
    <dgm:cxn modelId="{B7E5A46D-E96A-4837-9204-0E30FCC17E06}" type="presParOf" srcId="{7600ACAA-69EA-40C9-B558-83CA0C4A9836}" destId="{43AC5468-84D5-4F7B-B3AC-68740F9E5999}" srcOrd="1" destOrd="0" presId="urn:microsoft.com/office/officeart/2018/2/layout/IconCircleList"/>
    <dgm:cxn modelId="{F166A08D-08B8-4DDB-991E-ED5712CB1203}" type="presParOf" srcId="{7600ACAA-69EA-40C9-B558-83CA0C4A9836}" destId="{A3389E5E-C718-48FF-BB6E-DF986712DCF7}" srcOrd="2" destOrd="0" presId="urn:microsoft.com/office/officeart/2018/2/layout/IconCircleList"/>
    <dgm:cxn modelId="{49E54488-2630-4E0E-AA0C-6E00BA0DFD38}" type="presParOf" srcId="{7600ACAA-69EA-40C9-B558-83CA0C4A9836}" destId="{CA1C6DE2-F4C6-4F0C-9DF6-3AAC0C8CF9A0}" srcOrd="3" destOrd="0" presId="urn:microsoft.com/office/officeart/2018/2/layout/IconCircleList"/>
    <dgm:cxn modelId="{0171200E-3388-4E2D-9EC3-38EE9110FF99}" type="presParOf" srcId="{624D4CEC-D2E0-4157-86E7-A4E942DD5B13}" destId="{38FB2936-DB49-41D2-9933-820C8BA47690}" srcOrd="3" destOrd="0" presId="urn:microsoft.com/office/officeart/2018/2/layout/IconCircleList"/>
    <dgm:cxn modelId="{3E77B9A7-1972-4DF9-9738-4D81B41FE636}" type="presParOf" srcId="{624D4CEC-D2E0-4157-86E7-A4E942DD5B13}" destId="{83237D99-E305-4188-B8D6-F686417B530A}" srcOrd="4" destOrd="0" presId="urn:microsoft.com/office/officeart/2018/2/layout/IconCircleList"/>
    <dgm:cxn modelId="{586AD28B-48CE-4930-9C1A-34ABAE3D4E9E}" type="presParOf" srcId="{83237D99-E305-4188-B8D6-F686417B530A}" destId="{A44E048C-E1E3-4D84-9760-509E46E488F7}" srcOrd="0" destOrd="0" presId="urn:microsoft.com/office/officeart/2018/2/layout/IconCircleList"/>
    <dgm:cxn modelId="{8A210773-25DD-4C8A-B667-E3FA369E0A31}" type="presParOf" srcId="{83237D99-E305-4188-B8D6-F686417B530A}" destId="{051F4A01-2B84-4341-8C0A-7069F4A21208}" srcOrd="1" destOrd="0" presId="urn:microsoft.com/office/officeart/2018/2/layout/IconCircleList"/>
    <dgm:cxn modelId="{5CFCE6B1-E2B8-4205-B0D9-424C43CDCF3E}" type="presParOf" srcId="{83237D99-E305-4188-B8D6-F686417B530A}" destId="{5A8771DF-956D-4CDF-9290-55A4A02B7986}" srcOrd="2" destOrd="0" presId="urn:microsoft.com/office/officeart/2018/2/layout/IconCircleList"/>
    <dgm:cxn modelId="{E80C18B1-0E77-41B7-96DD-2F388D670F0F}" type="presParOf" srcId="{83237D99-E305-4188-B8D6-F686417B530A}" destId="{59160936-CE9A-45FC-A5F2-11EC93AB531D}" srcOrd="3" destOrd="0" presId="urn:microsoft.com/office/officeart/2018/2/layout/IconCircleList"/>
    <dgm:cxn modelId="{CCD74791-7505-49E9-BD0C-87CF924D389C}" type="presParOf" srcId="{624D4CEC-D2E0-4157-86E7-A4E942DD5B13}" destId="{ECC037D6-1A7B-4165-BF8D-2ACC39702A97}" srcOrd="5" destOrd="0" presId="urn:microsoft.com/office/officeart/2018/2/layout/IconCircleList"/>
    <dgm:cxn modelId="{8A4920B0-3348-43D2-9A75-4A423C71083B}" type="presParOf" srcId="{624D4CEC-D2E0-4157-86E7-A4E942DD5B13}" destId="{2D6FF824-5818-447F-AAFD-74BB8C68B8C1}" srcOrd="6" destOrd="0" presId="urn:microsoft.com/office/officeart/2018/2/layout/IconCircleList"/>
    <dgm:cxn modelId="{FD342C5D-D862-4D06-BB73-17005DC22124}" type="presParOf" srcId="{2D6FF824-5818-447F-AAFD-74BB8C68B8C1}" destId="{AA714BE2-7A41-4C6B-A3A8-6CDF3A3AAE69}" srcOrd="0" destOrd="0" presId="urn:microsoft.com/office/officeart/2018/2/layout/IconCircleList"/>
    <dgm:cxn modelId="{3EA9D60B-C92B-4F2B-8B51-221B15C99EE9}" type="presParOf" srcId="{2D6FF824-5818-447F-AAFD-74BB8C68B8C1}" destId="{60D22AA9-0D5B-434C-B14F-DB5395AE707E}" srcOrd="1" destOrd="0" presId="urn:microsoft.com/office/officeart/2018/2/layout/IconCircleList"/>
    <dgm:cxn modelId="{9AC54472-538D-46C1-BB22-B46FCB047417}" type="presParOf" srcId="{2D6FF824-5818-447F-AAFD-74BB8C68B8C1}" destId="{83C6E977-CB77-497B-8648-77E7B1F0498F}" srcOrd="2" destOrd="0" presId="urn:microsoft.com/office/officeart/2018/2/layout/IconCircleList"/>
    <dgm:cxn modelId="{16AF5252-5471-422E-A414-B9BA9968B0C0}" type="presParOf" srcId="{2D6FF824-5818-447F-AAFD-74BB8C68B8C1}" destId="{74270724-4064-4454-8E97-5FDF60499A8E}" srcOrd="3" destOrd="0" presId="urn:microsoft.com/office/officeart/2018/2/layout/IconCircleList"/>
    <dgm:cxn modelId="{B679B46F-E9DC-40BE-9E41-FAECBE842D73}" type="presParOf" srcId="{624D4CEC-D2E0-4157-86E7-A4E942DD5B13}" destId="{53E9DFE9-9F84-4386-A622-ADF40475783B}" srcOrd="7" destOrd="0" presId="urn:microsoft.com/office/officeart/2018/2/layout/IconCircleList"/>
    <dgm:cxn modelId="{1C12386F-25C8-48CB-B7E2-87461EED8D44}" type="presParOf" srcId="{624D4CEC-D2E0-4157-86E7-A4E942DD5B13}" destId="{098A56DE-A9DD-4D9C-A805-76A2CB68EFCE}" srcOrd="8" destOrd="0" presId="urn:microsoft.com/office/officeart/2018/2/layout/IconCircleList"/>
    <dgm:cxn modelId="{9EDDCCEC-9834-49B8-8C6A-340504233611}" type="presParOf" srcId="{098A56DE-A9DD-4D9C-A805-76A2CB68EFCE}" destId="{66C2BF6C-DCDA-43C0-AB2E-3C5DB724B512}" srcOrd="0" destOrd="0" presId="urn:microsoft.com/office/officeart/2018/2/layout/IconCircleList"/>
    <dgm:cxn modelId="{6C603343-3520-4E5F-B2AF-010F5491FC64}" type="presParOf" srcId="{098A56DE-A9DD-4D9C-A805-76A2CB68EFCE}" destId="{B8A05E11-5C7B-4B29-9CFE-D99DEC4FD588}" srcOrd="1" destOrd="0" presId="urn:microsoft.com/office/officeart/2018/2/layout/IconCircleList"/>
    <dgm:cxn modelId="{A76C0093-DDAA-4347-BB0F-3CD456B615FD}" type="presParOf" srcId="{098A56DE-A9DD-4D9C-A805-76A2CB68EFCE}" destId="{762E67E8-0288-4A7B-AA4D-5F21D87A3292}" srcOrd="2" destOrd="0" presId="urn:microsoft.com/office/officeart/2018/2/layout/IconCircleList"/>
    <dgm:cxn modelId="{9E07E688-DCE8-4B97-B48D-357075A06C7D}" type="presParOf" srcId="{098A56DE-A9DD-4D9C-A805-76A2CB68EFCE}" destId="{627A4D39-FD32-490B-956D-C9642DE20621}" srcOrd="3" destOrd="0" presId="urn:microsoft.com/office/officeart/2018/2/layout/IconCircle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F270457-E7CD-4437-B86B-D8BF197F5538}" type="doc">
      <dgm:prSet loTypeId="urn:microsoft.com/office/officeart/2016/7/layout/RepeatingBendingProcessNew" loCatId="process" qsTypeId="urn:microsoft.com/office/officeart/2005/8/quickstyle/simple1" qsCatId="simple" csTypeId="urn:microsoft.com/office/officeart/2005/8/colors/colorful1" csCatId="colorful"/>
      <dgm:spPr/>
      <dgm:t>
        <a:bodyPr/>
        <a:lstStyle/>
        <a:p>
          <a:endParaRPr lang="en-US"/>
        </a:p>
      </dgm:t>
    </dgm:pt>
    <dgm:pt modelId="{355499DD-D3F0-4C60-9D88-22C7B85411F0}">
      <dgm:prSet/>
      <dgm:spPr/>
      <dgm:t>
        <a:bodyPr/>
        <a:lstStyle/>
        <a:p>
          <a:r>
            <a:rPr lang="en-US" dirty="0"/>
            <a:t>Pitfalls:</a:t>
          </a:r>
        </a:p>
      </dgm:t>
    </dgm:pt>
    <dgm:pt modelId="{6A0EE2EF-B5E7-4FD7-8B2D-5C3C34A46235}" type="parTrans" cxnId="{B6641BAC-F1C5-489B-872B-F5E432369689}">
      <dgm:prSet/>
      <dgm:spPr/>
      <dgm:t>
        <a:bodyPr/>
        <a:lstStyle/>
        <a:p>
          <a:endParaRPr lang="en-US"/>
        </a:p>
      </dgm:t>
    </dgm:pt>
    <dgm:pt modelId="{27DEB57F-3632-459C-B221-BA8BA42D83E2}" type="sibTrans" cxnId="{B6641BAC-F1C5-489B-872B-F5E432369689}">
      <dgm:prSet/>
      <dgm:spPr/>
      <dgm:t>
        <a:bodyPr/>
        <a:lstStyle/>
        <a:p>
          <a:endParaRPr lang="en-US"/>
        </a:p>
      </dgm:t>
    </dgm:pt>
    <dgm:pt modelId="{C4A72679-1B42-4FB6-880B-964B43DE1344}">
      <dgm:prSet/>
      <dgm:spPr/>
      <dgm:t>
        <a:bodyPr/>
        <a:lstStyle/>
        <a:p>
          <a:r>
            <a:rPr lang="en-US" dirty="0"/>
            <a:t>Real-time Data Gaps</a:t>
          </a:r>
        </a:p>
      </dgm:t>
    </dgm:pt>
    <dgm:pt modelId="{D0602BB8-BC51-4B1F-B490-850BC374B53A}" type="parTrans" cxnId="{B3C8957F-D318-4C8F-B668-A6BB2DF707E7}">
      <dgm:prSet/>
      <dgm:spPr/>
      <dgm:t>
        <a:bodyPr/>
        <a:lstStyle/>
        <a:p>
          <a:endParaRPr lang="en-US"/>
        </a:p>
      </dgm:t>
    </dgm:pt>
    <dgm:pt modelId="{73F9A0FD-AA4F-4431-AD9A-3941BC4EA027}" type="sibTrans" cxnId="{B3C8957F-D318-4C8F-B668-A6BB2DF707E7}">
      <dgm:prSet/>
      <dgm:spPr/>
      <dgm:t>
        <a:bodyPr/>
        <a:lstStyle/>
        <a:p>
          <a:endParaRPr lang="en-US"/>
        </a:p>
      </dgm:t>
    </dgm:pt>
    <dgm:pt modelId="{C59D6315-F623-4F40-B62E-A09BB9391C9A}">
      <dgm:prSet/>
      <dgm:spPr/>
      <dgm:t>
        <a:bodyPr/>
        <a:lstStyle/>
        <a:p>
          <a:r>
            <a:rPr lang="en-US" dirty="0"/>
            <a:t>Data Granularity </a:t>
          </a:r>
        </a:p>
      </dgm:t>
    </dgm:pt>
    <dgm:pt modelId="{97671B9D-ACEC-4B3D-BD0E-9151468C50A6}" type="parTrans" cxnId="{FC2948A7-5FEC-4BD9-9215-0A684DD58ACD}">
      <dgm:prSet/>
      <dgm:spPr/>
      <dgm:t>
        <a:bodyPr/>
        <a:lstStyle/>
        <a:p>
          <a:endParaRPr lang="en-US"/>
        </a:p>
      </dgm:t>
    </dgm:pt>
    <dgm:pt modelId="{C1231260-D053-4C42-98B9-8622C53BE552}" type="sibTrans" cxnId="{FC2948A7-5FEC-4BD9-9215-0A684DD58ACD}">
      <dgm:prSet/>
      <dgm:spPr/>
      <dgm:t>
        <a:bodyPr/>
        <a:lstStyle/>
        <a:p>
          <a:endParaRPr lang="en-US"/>
        </a:p>
      </dgm:t>
    </dgm:pt>
    <dgm:pt modelId="{778FE78C-53C4-484B-8D89-9435DDA3778F}">
      <dgm:prSet/>
      <dgm:spPr/>
      <dgm:t>
        <a:bodyPr/>
        <a:lstStyle/>
        <a:p>
          <a:r>
            <a:rPr lang="en-US" dirty="0"/>
            <a:t>Supplemental Monitoring </a:t>
          </a:r>
        </a:p>
      </dgm:t>
    </dgm:pt>
    <dgm:pt modelId="{A6F857B9-3FE0-4323-A474-3B4DF1EF709D}" type="parTrans" cxnId="{32E37D02-45D1-4602-8867-A325109BE5C3}">
      <dgm:prSet/>
      <dgm:spPr/>
      <dgm:t>
        <a:bodyPr/>
        <a:lstStyle/>
        <a:p>
          <a:endParaRPr lang="en-US"/>
        </a:p>
      </dgm:t>
    </dgm:pt>
    <dgm:pt modelId="{489973C4-1EE9-499A-9A59-F0EC09BCFFA7}" type="sibTrans" cxnId="{32E37D02-45D1-4602-8867-A325109BE5C3}">
      <dgm:prSet/>
      <dgm:spPr/>
      <dgm:t>
        <a:bodyPr/>
        <a:lstStyle/>
        <a:p>
          <a:endParaRPr lang="en-US"/>
        </a:p>
      </dgm:t>
    </dgm:pt>
    <dgm:pt modelId="{E837B501-9109-439B-8618-FB3F4F2CB43B}">
      <dgm:prSet/>
      <dgm:spPr/>
      <dgm:t>
        <a:bodyPr/>
        <a:lstStyle/>
        <a:p>
          <a:r>
            <a:rPr lang="en-US" dirty="0"/>
            <a:t>Contextual Understanding </a:t>
          </a:r>
        </a:p>
      </dgm:t>
    </dgm:pt>
    <dgm:pt modelId="{CE21E269-705D-4270-82C4-0E325CF46705}" type="parTrans" cxnId="{512B0E77-2365-4DC4-8F7E-E807DCE685E2}">
      <dgm:prSet/>
      <dgm:spPr/>
      <dgm:t>
        <a:bodyPr/>
        <a:lstStyle/>
        <a:p>
          <a:endParaRPr lang="en-US"/>
        </a:p>
      </dgm:t>
    </dgm:pt>
    <dgm:pt modelId="{F660C1AF-9A4D-4448-9E62-AEEEAE53EE30}" type="sibTrans" cxnId="{512B0E77-2365-4DC4-8F7E-E807DCE685E2}">
      <dgm:prSet/>
      <dgm:spPr/>
      <dgm:t>
        <a:bodyPr/>
        <a:lstStyle/>
        <a:p>
          <a:endParaRPr lang="en-US"/>
        </a:p>
      </dgm:t>
    </dgm:pt>
    <dgm:pt modelId="{74C709FB-B1C6-404E-90D2-6F37AEE1F7D7}">
      <dgm:prSet/>
      <dgm:spPr/>
      <dgm:t>
        <a:bodyPr/>
        <a:lstStyle/>
        <a:p>
          <a:r>
            <a:rPr lang="en-US"/>
            <a:t>Limitations:</a:t>
          </a:r>
        </a:p>
      </dgm:t>
    </dgm:pt>
    <dgm:pt modelId="{DD109C5E-14E2-4496-817C-F82DEEACE5B3}" type="parTrans" cxnId="{875F3616-4739-479D-994A-5881D60B4F66}">
      <dgm:prSet/>
      <dgm:spPr/>
      <dgm:t>
        <a:bodyPr/>
        <a:lstStyle/>
        <a:p>
          <a:endParaRPr lang="en-US"/>
        </a:p>
      </dgm:t>
    </dgm:pt>
    <dgm:pt modelId="{53EBDDB3-0872-4F6E-A21A-65745CA2611F}" type="sibTrans" cxnId="{875F3616-4739-479D-994A-5881D60B4F66}">
      <dgm:prSet/>
      <dgm:spPr/>
      <dgm:t>
        <a:bodyPr/>
        <a:lstStyle/>
        <a:p>
          <a:endParaRPr lang="en-US"/>
        </a:p>
      </dgm:t>
    </dgm:pt>
    <dgm:pt modelId="{2BB42E2E-DF8F-482B-A7E7-DD5DFEB9437C}">
      <dgm:prSet/>
      <dgm:spPr/>
      <dgm:t>
        <a:bodyPr/>
        <a:lstStyle/>
        <a:p>
          <a:r>
            <a:rPr lang="en-US"/>
            <a:t>Scope Restriction</a:t>
          </a:r>
        </a:p>
      </dgm:t>
    </dgm:pt>
    <dgm:pt modelId="{430D2004-FA45-4D1F-B37F-B0E1A220959E}" type="parTrans" cxnId="{08679240-FF81-4EE6-B739-47122A51F6EF}">
      <dgm:prSet/>
      <dgm:spPr/>
      <dgm:t>
        <a:bodyPr/>
        <a:lstStyle/>
        <a:p>
          <a:endParaRPr lang="en-US"/>
        </a:p>
      </dgm:t>
    </dgm:pt>
    <dgm:pt modelId="{DD619945-7BB3-4D88-BFB0-6B71E9FCAFDD}" type="sibTrans" cxnId="{08679240-FF81-4EE6-B739-47122A51F6EF}">
      <dgm:prSet/>
      <dgm:spPr/>
      <dgm:t>
        <a:bodyPr/>
        <a:lstStyle/>
        <a:p>
          <a:endParaRPr lang="en-US"/>
        </a:p>
      </dgm:t>
    </dgm:pt>
    <dgm:pt modelId="{40E3AD4D-530B-4D89-8DBA-CEC2DA219A70}">
      <dgm:prSet/>
      <dgm:spPr/>
      <dgm:t>
        <a:bodyPr/>
        <a:lstStyle/>
        <a:p>
          <a:r>
            <a:rPr lang="en-US"/>
            <a:t>Focused Assessment </a:t>
          </a:r>
        </a:p>
      </dgm:t>
    </dgm:pt>
    <dgm:pt modelId="{BFE0D29E-106D-4883-A099-74803E76E341}" type="parTrans" cxnId="{6B4396DC-4AB4-4A55-A8A5-D106E5949363}">
      <dgm:prSet/>
      <dgm:spPr/>
      <dgm:t>
        <a:bodyPr/>
        <a:lstStyle/>
        <a:p>
          <a:endParaRPr lang="en-US"/>
        </a:p>
      </dgm:t>
    </dgm:pt>
    <dgm:pt modelId="{E0D732DE-FC20-43A5-8BEF-68BFD894B1D9}" type="sibTrans" cxnId="{6B4396DC-4AB4-4A55-A8A5-D106E5949363}">
      <dgm:prSet/>
      <dgm:spPr/>
      <dgm:t>
        <a:bodyPr/>
        <a:lstStyle/>
        <a:p>
          <a:endParaRPr lang="en-US"/>
        </a:p>
      </dgm:t>
    </dgm:pt>
    <dgm:pt modelId="{58AF0AB0-4598-41C5-92FA-ED88942C3D67}">
      <dgm:prSet/>
      <dgm:spPr/>
      <dgm:t>
        <a:bodyPr/>
        <a:lstStyle/>
        <a:p>
          <a:r>
            <a:rPr lang="en-US"/>
            <a:t>Future Expansion </a:t>
          </a:r>
        </a:p>
      </dgm:t>
    </dgm:pt>
    <dgm:pt modelId="{1C0A29CD-59EE-4F1C-BF99-E133B6D005B2}" type="parTrans" cxnId="{741AA490-A41C-457A-AC78-3359B216BD9A}">
      <dgm:prSet/>
      <dgm:spPr/>
      <dgm:t>
        <a:bodyPr/>
        <a:lstStyle/>
        <a:p>
          <a:endParaRPr lang="en-US"/>
        </a:p>
      </dgm:t>
    </dgm:pt>
    <dgm:pt modelId="{B76E26A3-A3B6-4123-B91A-0946F40D2FF7}" type="sibTrans" cxnId="{741AA490-A41C-457A-AC78-3359B216BD9A}">
      <dgm:prSet/>
      <dgm:spPr/>
      <dgm:t>
        <a:bodyPr/>
        <a:lstStyle/>
        <a:p>
          <a:endParaRPr lang="en-US"/>
        </a:p>
      </dgm:t>
    </dgm:pt>
    <dgm:pt modelId="{4B75E150-507F-4A5A-9D7E-D3B27CED666B}">
      <dgm:prSet/>
      <dgm:spPr/>
      <dgm:t>
        <a:bodyPr/>
        <a:lstStyle/>
        <a:p>
          <a:r>
            <a:rPr lang="en-US"/>
            <a:t>Streamlined Strategy </a:t>
          </a:r>
        </a:p>
      </dgm:t>
    </dgm:pt>
    <dgm:pt modelId="{2CE0A2A5-F63E-41DD-90D2-031C989DA245}" type="parTrans" cxnId="{03346E96-82CA-42F6-8D49-4BD0F5C9448C}">
      <dgm:prSet/>
      <dgm:spPr/>
      <dgm:t>
        <a:bodyPr/>
        <a:lstStyle/>
        <a:p>
          <a:endParaRPr lang="en-US"/>
        </a:p>
      </dgm:t>
    </dgm:pt>
    <dgm:pt modelId="{B9F5CE8A-B7D9-49DA-AF5C-A84470E915BC}" type="sibTrans" cxnId="{03346E96-82CA-42F6-8D49-4BD0F5C9448C}">
      <dgm:prSet/>
      <dgm:spPr/>
      <dgm:t>
        <a:bodyPr/>
        <a:lstStyle/>
        <a:p>
          <a:endParaRPr lang="en-US"/>
        </a:p>
      </dgm:t>
    </dgm:pt>
    <dgm:pt modelId="{952B5E48-C619-4CE4-862B-E7C887F1D98B}" type="pres">
      <dgm:prSet presAssocID="{3F270457-E7CD-4437-B86B-D8BF197F5538}" presName="Name0" presStyleCnt="0">
        <dgm:presLayoutVars>
          <dgm:dir/>
          <dgm:resizeHandles val="exact"/>
        </dgm:presLayoutVars>
      </dgm:prSet>
      <dgm:spPr/>
    </dgm:pt>
    <dgm:pt modelId="{31BA199B-A620-4EC8-9E5F-2C6C2264B533}" type="pres">
      <dgm:prSet presAssocID="{355499DD-D3F0-4C60-9D88-22C7B85411F0}" presName="node" presStyleLbl="node1" presStyleIdx="0" presStyleCnt="2">
        <dgm:presLayoutVars>
          <dgm:bulletEnabled val="1"/>
        </dgm:presLayoutVars>
      </dgm:prSet>
      <dgm:spPr/>
    </dgm:pt>
    <dgm:pt modelId="{3B6AB5B8-7797-48D8-BCBD-A9D545834165}" type="pres">
      <dgm:prSet presAssocID="{27DEB57F-3632-459C-B221-BA8BA42D83E2}" presName="sibTrans" presStyleLbl="sibTrans1D1" presStyleIdx="0" presStyleCnt="1"/>
      <dgm:spPr/>
    </dgm:pt>
    <dgm:pt modelId="{98BE6FD4-75EA-4534-B96D-95DE0DFD1B7F}" type="pres">
      <dgm:prSet presAssocID="{27DEB57F-3632-459C-B221-BA8BA42D83E2}" presName="connectorText" presStyleLbl="sibTrans1D1" presStyleIdx="0" presStyleCnt="1"/>
      <dgm:spPr/>
    </dgm:pt>
    <dgm:pt modelId="{AF0EFDC0-3EDD-4303-83EC-8A182344502A}" type="pres">
      <dgm:prSet presAssocID="{74C709FB-B1C6-404E-90D2-6F37AEE1F7D7}" presName="node" presStyleLbl="node1" presStyleIdx="1" presStyleCnt="2">
        <dgm:presLayoutVars>
          <dgm:bulletEnabled val="1"/>
        </dgm:presLayoutVars>
      </dgm:prSet>
      <dgm:spPr/>
    </dgm:pt>
  </dgm:ptLst>
  <dgm:cxnLst>
    <dgm:cxn modelId="{32E37D02-45D1-4602-8867-A325109BE5C3}" srcId="{355499DD-D3F0-4C60-9D88-22C7B85411F0}" destId="{778FE78C-53C4-484B-8D89-9435DDA3778F}" srcOrd="2" destOrd="0" parTransId="{A6F857B9-3FE0-4323-A474-3B4DF1EF709D}" sibTransId="{489973C4-1EE9-499A-9A59-F0EC09BCFFA7}"/>
    <dgm:cxn modelId="{5DE4D70F-9F1A-4ED1-9564-51F974E05E2F}" type="presOf" srcId="{2BB42E2E-DF8F-482B-A7E7-DD5DFEB9437C}" destId="{AF0EFDC0-3EDD-4303-83EC-8A182344502A}" srcOrd="0" destOrd="1" presId="urn:microsoft.com/office/officeart/2016/7/layout/RepeatingBendingProcessNew"/>
    <dgm:cxn modelId="{875F3616-4739-479D-994A-5881D60B4F66}" srcId="{3F270457-E7CD-4437-B86B-D8BF197F5538}" destId="{74C709FB-B1C6-404E-90D2-6F37AEE1F7D7}" srcOrd="1" destOrd="0" parTransId="{DD109C5E-14E2-4496-817C-F82DEEACE5B3}" sibTransId="{53EBDDB3-0872-4F6E-A21A-65745CA2611F}"/>
    <dgm:cxn modelId="{3FE7AD1A-2A7E-4020-89E8-FDDD216F34D0}" type="presOf" srcId="{4B75E150-507F-4A5A-9D7E-D3B27CED666B}" destId="{AF0EFDC0-3EDD-4303-83EC-8A182344502A}" srcOrd="0" destOrd="4" presId="urn:microsoft.com/office/officeart/2016/7/layout/RepeatingBendingProcessNew"/>
    <dgm:cxn modelId="{CC19F81C-81F6-4F30-81AC-28FE362C2656}" type="presOf" srcId="{3F270457-E7CD-4437-B86B-D8BF197F5538}" destId="{952B5E48-C619-4CE4-862B-E7C887F1D98B}" srcOrd="0" destOrd="0" presId="urn:microsoft.com/office/officeart/2016/7/layout/RepeatingBendingProcessNew"/>
    <dgm:cxn modelId="{B4032623-8EED-4EE5-B08F-A0FB9C06DCE2}" type="presOf" srcId="{27DEB57F-3632-459C-B221-BA8BA42D83E2}" destId="{98BE6FD4-75EA-4534-B96D-95DE0DFD1B7F}" srcOrd="1" destOrd="0" presId="urn:microsoft.com/office/officeart/2016/7/layout/RepeatingBendingProcessNew"/>
    <dgm:cxn modelId="{0AB8C324-85DE-4BBB-8B74-909ECF188EEB}" type="presOf" srcId="{778FE78C-53C4-484B-8D89-9435DDA3778F}" destId="{31BA199B-A620-4EC8-9E5F-2C6C2264B533}" srcOrd="0" destOrd="3" presId="urn:microsoft.com/office/officeart/2016/7/layout/RepeatingBendingProcessNew"/>
    <dgm:cxn modelId="{21FF0B40-6626-44D0-9023-47795D533ABF}" type="presOf" srcId="{27DEB57F-3632-459C-B221-BA8BA42D83E2}" destId="{3B6AB5B8-7797-48D8-BCBD-A9D545834165}" srcOrd="0" destOrd="0" presId="urn:microsoft.com/office/officeart/2016/7/layout/RepeatingBendingProcessNew"/>
    <dgm:cxn modelId="{08679240-FF81-4EE6-B739-47122A51F6EF}" srcId="{74C709FB-B1C6-404E-90D2-6F37AEE1F7D7}" destId="{2BB42E2E-DF8F-482B-A7E7-DD5DFEB9437C}" srcOrd="0" destOrd="0" parTransId="{430D2004-FA45-4D1F-B37F-B0E1A220959E}" sibTransId="{DD619945-7BB3-4D88-BFB0-6B71E9FCAFDD}"/>
    <dgm:cxn modelId="{29874E41-2C7C-41B4-8BF5-9A1A0F7B0E9A}" type="presOf" srcId="{C4A72679-1B42-4FB6-880B-964B43DE1344}" destId="{31BA199B-A620-4EC8-9E5F-2C6C2264B533}" srcOrd="0" destOrd="1" presId="urn:microsoft.com/office/officeart/2016/7/layout/RepeatingBendingProcessNew"/>
    <dgm:cxn modelId="{F2A55A54-BC6D-4704-BD59-A1C63BD5E828}" type="presOf" srcId="{74C709FB-B1C6-404E-90D2-6F37AEE1F7D7}" destId="{AF0EFDC0-3EDD-4303-83EC-8A182344502A}" srcOrd="0" destOrd="0" presId="urn:microsoft.com/office/officeart/2016/7/layout/RepeatingBendingProcessNew"/>
    <dgm:cxn modelId="{F2752056-EC8E-4A7C-9D63-376937A37C1A}" type="presOf" srcId="{40E3AD4D-530B-4D89-8DBA-CEC2DA219A70}" destId="{AF0EFDC0-3EDD-4303-83EC-8A182344502A}" srcOrd="0" destOrd="2" presId="urn:microsoft.com/office/officeart/2016/7/layout/RepeatingBendingProcessNew"/>
    <dgm:cxn modelId="{512B0E77-2365-4DC4-8F7E-E807DCE685E2}" srcId="{355499DD-D3F0-4C60-9D88-22C7B85411F0}" destId="{E837B501-9109-439B-8618-FB3F4F2CB43B}" srcOrd="3" destOrd="0" parTransId="{CE21E269-705D-4270-82C4-0E325CF46705}" sibTransId="{F660C1AF-9A4D-4448-9E62-AEEEAE53EE30}"/>
    <dgm:cxn modelId="{9F14447D-B40C-463D-B387-F9F465001969}" type="presOf" srcId="{355499DD-D3F0-4C60-9D88-22C7B85411F0}" destId="{31BA199B-A620-4EC8-9E5F-2C6C2264B533}" srcOrd="0" destOrd="0" presId="urn:microsoft.com/office/officeart/2016/7/layout/RepeatingBendingProcessNew"/>
    <dgm:cxn modelId="{B3C8957F-D318-4C8F-B668-A6BB2DF707E7}" srcId="{355499DD-D3F0-4C60-9D88-22C7B85411F0}" destId="{C4A72679-1B42-4FB6-880B-964B43DE1344}" srcOrd="0" destOrd="0" parTransId="{D0602BB8-BC51-4B1F-B490-850BC374B53A}" sibTransId="{73F9A0FD-AA4F-4431-AD9A-3941BC4EA027}"/>
    <dgm:cxn modelId="{741AA490-A41C-457A-AC78-3359B216BD9A}" srcId="{74C709FB-B1C6-404E-90D2-6F37AEE1F7D7}" destId="{58AF0AB0-4598-41C5-92FA-ED88942C3D67}" srcOrd="2" destOrd="0" parTransId="{1C0A29CD-59EE-4F1C-BF99-E133B6D005B2}" sibTransId="{B76E26A3-A3B6-4123-B91A-0946F40D2FF7}"/>
    <dgm:cxn modelId="{03346E96-82CA-42F6-8D49-4BD0F5C9448C}" srcId="{74C709FB-B1C6-404E-90D2-6F37AEE1F7D7}" destId="{4B75E150-507F-4A5A-9D7E-D3B27CED666B}" srcOrd="3" destOrd="0" parTransId="{2CE0A2A5-F63E-41DD-90D2-031C989DA245}" sibTransId="{B9F5CE8A-B7D9-49DA-AF5C-A84470E915BC}"/>
    <dgm:cxn modelId="{FC2948A7-5FEC-4BD9-9215-0A684DD58ACD}" srcId="{355499DD-D3F0-4C60-9D88-22C7B85411F0}" destId="{C59D6315-F623-4F40-B62E-A09BB9391C9A}" srcOrd="1" destOrd="0" parTransId="{97671B9D-ACEC-4B3D-BD0E-9151468C50A6}" sibTransId="{C1231260-D053-4C42-98B9-8622C53BE552}"/>
    <dgm:cxn modelId="{B6641BAC-F1C5-489B-872B-F5E432369689}" srcId="{3F270457-E7CD-4437-B86B-D8BF197F5538}" destId="{355499DD-D3F0-4C60-9D88-22C7B85411F0}" srcOrd="0" destOrd="0" parTransId="{6A0EE2EF-B5E7-4FD7-8B2D-5C3C34A46235}" sibTransId="{27DEB57F-3632-459C-B221-BA8BA42D83E2}"/>
    <dgm:cxn modelId="{70ED73BE-670C-49DF-8FBF-DE47900F2FFD}" type="presOf" srcId="{E837B501-9109-439B-8618-FB3F4F2CB43B}" destId="{31BA199B-A620-4EC8-9E5F-2C6C2264B533}" srcOrd="0" destOrd="4" presId="urn:microsoft.com/office/officeart/2016/7/layout/RepeatingBendingProcessNew"/>
    <dgm:cxn modelId="{6B4396DC-4AB4-4A55-A8A5-D106E5949363}" srcId="{74C709FB-B1C6-404E-90D2-6F37AEE1F7D7}" destId="{40E3AD4D-530B-4D89-8DBA-CEC2DA219A70}" srcOrd="1" destOrd="0" parTransId="{BFE0D29E-106D-4883-A099-74803E76E341}" sibTransId="{E0D732DE-FC20-43A5-8BEF-68BFD894B1D9}"/>
    <dgm:cxn modelId="{DF7823E2-148B-4319-9C49-12516CFFEF01}" type="presOf" srcId="{58AF0AB0-4598-41C5-92FA-ED88942C3D67}" destId="{AF0EFDC0-3EDD-4303-83EC-8A182344502A}" srcOrd="0" destOrd="3" presId="urn:microsoft.com/office/officeart/2016/7/layout/RepeatingBendingProcessNew"/>
    <dgm:cxn modelId="{444CB6F2-3CFC-4848-91E8-2C7C21046226}" type="presOf" srcId="{C59D6315-F623-4F40-B62E-A09BB9391C9A}" destId="{31BA199B-A620-4EC8-9E5F-2C6C2264B533}" srcOrd="0" destOrd="2" presId="urn:microsoft.com/office/officeart/2016/7/layout/RepeatingBendingProcessNew"/>
    <dgm:cxn modelId="{3EF0AB9F-3459-4625-8BAB-77BF7D58D804}" type="presParOf" srcId="{952B5E48-C619-4CE4-862B-E7C887F1D98B}" destId="{31BA199B-A620-4EC8-9E5F-2C6C2264B533}" srcOrd="0" destOrd="0" presId="urn:microsoft.com/office/officeart/2016/7/layout/RepeatingBendingProcessNew"/>
    <dgm:cxn modelId="{BD0CCFD1-44E7-4C8B-89FA-15914F4A5AA4}" type="presParOf" srcId="{952B5E48-C619-4CE4-862B-E7C887F1D98B}" destId="{3B6AB5B8-7797-48D8-BCBD-A9D545834165}" srcOrd="1" destOrd="0" presId="urn:microsoft.com/office/officeart/2016/7/layout/RepeatingBendingProcessNew"/>
    <dgm:cxn modelId="{F4778523-3374-4F7A-8CB5-A9EC9B6CAB1C}" type="presParOf" srcId="{3B6AB5B8-7797-48D8-BCBD-A9D545834165}" destId="{98BE6FD4-75EA-4534-B96D-95DE0DFD1B7F}" srcOrd="0" destOrd="0" presId="urn:microsoft.com/office/officeart/2016/7/layout/RepeatingBendingProcessNew"/>
    <dgm:cxn modelId="{BAC98B51-62CF-4F27-A829-045CDE6276FB}" type="presParOf" srcId="{952B5E48-C619-4CE4-862B-E7C887F1D98B}" destId="{AF0EFDC0-3EDD-4303-83EC-8A182344502A}" srcOrd="2"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F2BFF6-4BC3-4A2F-B56F-92FFC1A4863C}">
      <dsp:nvSpPr>
        <dsp:cNvPr id="0" name=""/>
        <dsp:cNvSpPr/>
      </dsp:nvSpPr>
      <dsp:spPr>
        <a:xfrm>
          <a:off x="424319" y="1952760"/>
          <a:ext cx="689765" cy="68976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0BFF355-0850-4C36-B2EE-FEC52FCC0977}">
      <dsp:nvSpPr>
        <dsp:cNvPr id="0" name=""/>
        <dsp:cNvSpPr/>
      </dsp:nvSpPr>
      <dsp:spPr>
        <a:xfrm>
          <a:off x="2795" y="3150682"/>
          <a:ext cx="1532812" cy="2189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90000"/>
            </a:lnSpc>
            <a:spcBef>
              <a:spcPct val="0"/>
            </a:spcBef>
            <a:spcAft>
              <a:spcPct val="35000"/>
            </a:spcAft>
            <a:buNone/>
          </a:pPr>
          <a:r>
            <a:rPr lang="en-US" sz="2400" b="1" kern="1200" dirty="0"/>
            <a:t>Problem</a:t>
          </a:r>
          <a:endParaRPr lang="en-US" sz="2400" kern="1200" dirty="0"/>
        </a:p>
        <a:p>
          <a:pPr marL="0" lvl="0" indent="0" algn="ctr" defTabSz="1066800">
            <a:lnSpc>
              <a:spcPct val="90000"/>
            </a:lnSpc>
            <a:spcBef>
              <a:spcPct val="0"/>
            </a:spcBef>
            <a:spcAft>
              <a:spcPct val="35000"/>
            </a:spcAft>
            <a:buNone/>
          </a:pPr>
          <a:r>
            <a:rPr lang="en-US" sz="2400" kern="1200" dirty="0"/>
            <a:t>Limited water and energy resources</a:t>
          </a:r>
        </a:p>
      </dsp:txBody>
      <dsp:txXfrm>
        <a:off x="2795" y="3150682"/>
        <a:ext cx="1532812" cy="2189490"/>
      </dsp:txXfrm>
    </dsp:sp>
    <dsp:sp modelId="{C8627D62-F64E-401F-86D9-F9C5F153A873}">
      <dsp:nvSpPr>
        <dsp:cNvPr id="0" name=""/>
        <dsp:cNvSpPr/>
      </dsp:nvSpPr>
      <dsp:spPr>
        <a:xfrm>
          <a:off x="2406720" y="1952760"/>
          <a:ext cx="689765" cy="68976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0CA610B-7A8A-40F3-A844-230C03C07737}">
      <dsp:nvSpPr>
        <dsp:cNvPr id="0" name=""/>
        <dsp:cNvSpPr/>
      </dsp:nvSpPr>
      <dsp:spPr>
        <a:xfrm>
          <a:off x="1803850" y="3150682"/>
          <a:ext cx="1895506" cy="2189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90000"/>
            </a:lnSpc>
            <a:spcBef>
              <a:spcPct val="0"/>
            </a:spcBef>
            <a:spcAft>
              <a:spcPct val="35000"/>
            </a:spcAft>
            <a:buNone/>
          </a:pPr>
          <a:r>
            <a:rPr lang="en-US" sz="2400" b="1" kern="1200" dirty="0"/>
            <a:t>Observation</a:t>
          </a:r>
        </a:p>
        <a:p>
          <a:pPr marL="0" lvl="0" indent="0" algn="ctr" defTabSz="1066800">
            <a:lnSpc>
              <a:spcPct val="90000"/>
            </a:lnSpc>
            <a:spcBef>
              <a:spcPct val="0"/>
            </a:spcBef>
            <a:spcAft>
              <a:spcPct val="35000"/>
            </a:spcAft>
            <a:buNone/>
          </a:pPr>
          <a:r>
            <a:rPr lang="en-US" sz="2400" b="1" kern="1200" dirty="0"/>
            <a:t> </a:t>
          </a:r>
          <a:r>
            <a:rPr lang="en-US" sz="2400" kern="1200" dirty="0"/>
            <a:t>Dairy farms use technology -opportunities for resource optimization</a:t>
          </a:r>
        </a:p>
      </dsp:txBody>
      <dsp:txXfrm>
        <a:off x="1803850" y="3150682"/>
        <a:ext cx="1895506" cy="2189490"/>
      </dsp:txXfrm>
    </dsp:sp>
    <dsp:sp modelId="{1F560D50-ED8B-41F6-A912-3A80C99135E9}">
      <dsp:nvSpPr>
        <dsp:cNvPr id="0" name=""/>
        <dsp:cNvSpPr/>
      </dsp:nvSpPr>
      <dsp:spPr>
        <a:xfrm>
          <a:off x="4588901" y="1952760"/>
          <a:ext cx="689765" cy="68976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F4B8056-B938-4B78-BA6B-70A5C150774F}">
      <dsp:nvSpPr>
        <dsp:cNvPr id="0" name=""/>
        <dsp:cNvSpPr/>
      </dsp:nvSpPr>
      <dsp:spPr>
        <a:xfrm>
          <a:off x="3967599" y="3150682"/>
          <a:ext cx="1932370" cy="2189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90000"/>
            </a:lnSpc>
            <a:spcBef>
              <a:spcPct val="0"/>
            </a:spcBef>
            <a:spcAft>
              <a:spcPct val="35000"/>
            </a:spcAft>
            <a:buNone/>
          </a:pPr>
          <a:r>
            <a:rPr lang="en-US" sz="2400" b="1" kern="1200" dirty="0"/>
            <a:t>Fact:</a:t>
          </a:r>
        </a:p>
        <a:p>
          <a:pPr marL="0" lvl="0" indent="0" algn="ctr" defTabSz="1066800">
            <a:lnSpc>
              <a:spcPct val="90000"/>
            </a:lnSpc>
            <a:spcBef>
              <a:spcPct val="0"/>
            </a:spcBef>
            <a:spcAft>
              <a:spcPct val="35000"/>
            </a:spcAft>
            <a:buNone/>
          </a:pPr>
          <a:r>
            <a:rPr lang="en-US" sz="2400" kern="1200" dirty="0"/>
            <a:t>Water and energy: critical resources. optimization of their use is warranted</a:t>
          </a:r>
        </a:p>
      </dsp:txBody>
      <dsp:txXfrm>
        <a:off x="3967599" y="3150682"/>
        <a:ext cx="1932370" cy="2189490"/>
      </dsp:txXfrm>
    </dsp:sp>
    <dsp:sp modelId="{1449FA23-BA10-4A2B-A8A1-3FBCF6A0A68E}">
      <dsp:nvSpPr>
        <dsp:cNvPr id="0" name=""/>
        <dsp:cNvSpPr/>
      </dsp:nvSpPr>
      <dsp:spPr>
        <a:xfrm>
          <a:off x="6714943" y="1952760"/>
          <a:ext cx="689765" cy="68976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B42DB9A-25E0-4ADF-8E97-A2869B39B607}">
      <dsp:nvSpPr>
        <dsp:cNvPr id="0" name=""/>
        <dsp:cNvSpPr/>
      </dsp:nvSpPr>
      <dsp:spPr>
        <a:xfrm>
          <a:off x="6168212" y="3150682"/>
          <a:ext cx="1783228" cy="2189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90000"/>
            </a:lnSpc>
            <a:spcBef>
              <a:spcPct val="0"/>
            </a:spcBef>
            <a:spcAft>
              <a:spcPct val="35000"/>
            </a:spcAft>
            <a:buNone/>
          </a:pPr>
          <a:r>
            <a:rPr lang="en-US" sz="2400" b="1" kern="1200" dirty="0"/>
            <a:t>Need:</a:t>
          </a:r>
        </a:p>
        <a:p>
          <a:pPr marL="0" lvl="0" indent="0" algn="ctr" defTabSz="1066800">
            <a:lnSpc>
              <a:spcPct val="90000"/>
            </a:lnSpc>
            <a:spcBef>
              <a:spcPct val="0"/>
            </a:spcBef>
            <a:spcAft>
              <a:spcPct val="35000"/>
            </a:spcAft>
            <a:buNone/>
          </a:pPr>
          <a:r>
            <a:rPr lang="en-US" sz="2400" b="1" kern="1200" dirty="0"/>
            <a:t> </a:t>
          </a:r>
          <a:r>
            <a:rPr lang="en-US" sz="2400" kern="1200" dirty="0"/>
            <a:t>Decision support tool for farm optimization-  resource use &amp; milk production</a:t>
          </a:r>
        </a:p>
      </dsp:txBody>
      <dsp:txXfrm>
        <a:off x="6168212" y="3150682"/>
        <a:ext cx="1783228" cy="2189490"/>
      </dsp:txXfrm>
    </dsp:sp>
    <dsp:sp modelId="{ECA64CEB-A8B1-4179-8CEB-E198CF6CD420}">
      <dsp:nvSpPr>
        <dsp:cNvPr id="0" name=""/>
        <dsp:cNvSpPr/>
      </dsp:nvSpPr>
      <dsp:spPr>
        <a:xfrm>
          <a:off x="8641205" y="1952760"/>
          <a:ext cx="689765" cy="68976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3EAD807-A51F-4FBE-BD7A-83F81FAC15A1}">
      <dsp:nvSpPr>
        <dsp:cNvPr id="0" name=""/>
        <dsp:cNvSpPr/>
      </dsp:nvSpPr>
      <dsp:spPr>
        <a:xfrm>
          <a:off x="8219682" y="3150682"/>
          <a:ext cx="1532812" cy="2189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90000"/>
            </a:lnSpc>
            <a:spcBef>
              <a:spcPct val="0"/>
            </a:spcBef>
            <a:spcAft>
              <a:spcPct val="35000"/>
            </a:spcAft>
            <a:buNone/>
          </a:pPr>
          <a:r>
            <a:rPr lang="en-US" sz="2400" b="1" kern="1200" dirty="0"/>
            <a:t>Outcome:</a:t>
          </a:r>
        </a:p>
        <a:p>
          <a:pPr marL="0" lvl="0" indent="0" algn="ctr" defTabSz="1066800">
            <a:lnSpc>
              <a:spcPct val="90000"/>
            </a:lnSpc>
            <a:spcBef>
              <a:spcPct val="0"/>
            </a:spcBef>
            <a:spcAft>
              <a:spcPct val="35000"/>
            </a:spcAft>
            <a:buNone/>
          </a:pPr>
          <a:r>
            <a:rPr lang="en-US" sz="2400" b="1" kern="1200" dirty="0"/>
            <a:t> </a:t>
          </a:r>
          <a:r>
            <a:rPr lang="en-US" sz="2400" kern="1200" dirty="0"/>
            <a:t>WEF-based program to optimize on-farm resource use</a:t>
          </a:r>
        </a:p>
      </dsp:txBody>
      <dsp:txXfrm>
        <a:off x="8219682" y="3150682"/>
        <a:ext cx="1532812" cy="2189490"/>
      </dsp:txXfrm>
    </dsp:sp>
    <dsp:sp modelId="{AF60DA08-A4AA-4904-8BA8-F20271320B79}">
      <dsp:nvSpPr>
        <dsp:cNvPr id="0" name=""/>
        <dsp:cNvSpPr/>
      </dsp:nvSpPr>
      <dsp:spPr>
        <a:xfrm>
          <a:off x="10569016" y="1952760"/>
          <a:ext cx="689765" cy="689765"/>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DBFB7CF-3D61-43DF-A1ED-91409B287D83}">
      <dsp:nvSpPr>
        <dsp:cNvPr id="0" name=""/>
        <dsp:cNvSpPr/>
      </dsp:nvSpPr>
      <dsp:spPr>
        <a:xfrm>
          <a:off x="10020736" y="3150682"/>
          <a:ext cx="1786324" cy="2189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90000"/>
            </a:lnSpc>
            <a:spcBef>
              <a:spcPct val="0"/>
            </a:spcBef>
            <a:spcAft>
              <a:spcPct val="35000"/>
            </a:spcAft>
            <a:buNone/>
          </a:pPr>
          <a:r>
            <a:rPr lang="en-US" sz="2400" b="1" kern="1200" dirty="0"/>
            <a:t>Impact: </a:t>
          </a:r>
        </a:p>
        <a:p>
          <a:pPr marL="0" lvl="0" indent="0" algn="ctr" defTabSz="1066800">
            <a:lnSpc>
              <a:spcPct val="90000"/>
            </a:lnSpc>
            <a:spcBef>
              <a:spcPct val="0"/>
            </a:spcBef>
            <a:spcAft>
              <a:spcPct val="35000"/>
            </a:spcAft>
            <a:buNone/>
          </a:pPr>
          <a:r>
            <a:rPr lang="en-US" sz="2400" kern="1200" dirty="0"/>
            <a:t> Overall sustainability of dairy farms</a:t>
          </a:r>
        </a:p>
      </dsp:txBody>
      <dsp:txXfrm>
        <a:off x="10020736" y="3150682"/>
        <a:ext cx="1786324" cy="218949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CDC298-1201-4409-86A2-EC36FF1D4B2F}">
      <dsp:nvSpPr>
        <dsp:cNvPr id="0" name=""/>
        <dsp:cNvSpPr/>
      </dsp:nvSpPr>
      <dsp:spPr>
        <a:xfrm>
          <a:off x="0" y="0"/>
          <a:ext cx="11490669"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F30D316-4613-4AAE-B6EF-5C4092EDFDFE}">
      <dsp:nvSpPr>
        <dsp:cNvPr id="0" name=""/>
        <dsp:cNvSpPr/>
      </dsp:nvSpPr>
      <dsp:spPr>
        <a:xfrm>
          <a:off x="0" y="0"/>
          <a:ext cx="2916089" cy="59922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b="1" kern="1200" dirty="0"/>
            <a:t>c</a:t>
          </a:r>
          <a:r>
            <a:rPr lang="en-US" sz="2800" b="1" kern="1200" dirty="0"/>
            <a:t>) Monitoring water use</a:t>
          </a:r>
          <a:endParaRPr lang="en-US" sz="3200" kern="1200" dirty="0"/>
        </a:p>
      </dsp:txBody>
      <dsp:txXfrm>
        <a:off x="0" y="0"/>
        <a:ext cx="2916089" cy="5992225"/>
      </dsp:txXfrm>
    </dsp:sp>
    <dsp:sp modelId="{C3B07DB6-D5EA-4FE8-97CA-8BC45DAE1441}">
      <dsp:nvSpPr>
        <dsp:cNvPr id="0" name=""/>
        <dsp:cNvSpPr/>
      </dsp:nvSpPr>
      <dsp:spPr>
        <a:xfrm>
          <a:off x="3076667" y="56469"/>
          <a:ext cx="8403561" cy="11293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Comprehensive</a:t>
          </a:r>
          <a:r>
            <a:rPr lang="en-US" sz="2400" kern="1200" dirty="0"/>
            <a:t> On-Farm Water Use Monitoring and Partitioning</a:t>
          </a:r>
        </a:p>
      </dsp:txBody>
      <dsp:txXfrm>
        <a:off x="3076667" y="56469"/>
        <a:ext cx="8403561" cy="1129393"/>
      </dsp:txXfrm>
    </dsp:sp>
    <dsp:sp modelId="{0A0AE8A9-F420-4BFB-A857-C5B94DB41107}">
      <dsp:nvSpPr>
        <dsp:cNvPr id="0" name=""/>
        <dsp:cNvSpPr/>
      </dsp:nvSpPr>
      <dsp:spPr>
        <a:xfrm>
          <a:off x="2916089" y="1185863"/>
          <a:ext cx="8564139" cy="0"/>
        </a:xfrm>
        <a:prstGeom prst="line">
          <a:avLst/>
        </a:prstGeom>
        <a:solidFill>
          <a:schemeClr val="accent2">
            <a:hueOff val="0"/>
            <a:satOff val="0"/>
            <a:lumOff val="0"/>
            <a:alphaOff val="0"/>
          </a:schemeClr>
        </a:solidFill>
        <a:ln w="1905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D9E3154-A074-4BBC-8BDE-BDE8A306BFE6}">
      <dsp:nvSpPr>
        <dsp:cNvPr id="0" name=""/>
        <dsp:cNvSpPr/>
      </dsp:nvSpPr>
      <dsp:spPr>
        <a:xfrm>
          <a:off x="3076667" y="1242333"/>
          <a:ext cx="8403561" cy="11293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t>Use of Advanced Metering and Sensor Technology : flow meters , 7 locations </a:t>
          </a:r>
        </a:p>
      </dsp:txBody>
      <dsp:txXfrm>
        <a:off x="3076667" y="1242333"/>
        <a:ext cx="8403561" cy="1129393"/>
      </dsp:txXfrm>
    </dsp:sp>
    <dsp:sp modelId="{DD4C0526-4E8E-4A71-8EB7-315B2D292B4C}">
      <dsp:nvSpPr>
        <dsp:cNvPr id="0" name=""/>
        <dsp:cNvSpPr/>
      </dsp:nvSpPr>
      <dsp:spPr>
        <a:xfrm>
          <a:off x="2916089" y="2371727"/>
          <a:ext cx="8564139" cy="0"/>
        </a:xfrm>
        <a:prstGeom prst="line">
          <a:avLst/>
        </a:prstGeom>
        <a:solidFill>
          <a:schemeClr val="accent2">
            <a:hueOff val="0"/>
            <a:satOff val="0"/>
            <a:lumOff val="0"/>
            <a:alphaOff val="0"/>
          </a:schemeClr>
        </a:solidFill>
        <a:ln w="1905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93F3FE9-FFBC-48FB-A3A7-FE1B6AEC31CC}">
      <dsp:nvSpPr>
        <dsp:cNvPr id="0" name=""/>
        <dsp:cNvSpPr/>
      </dsp:nvSpPr>
      <dsp:spPr>
        <a:xfrm>
          <a:off x="3076667" y="2428197"/>
          <a:ext cx="8403561" cy="11293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t>Individual Cow-Level Water Intake Monitoring: </a:t>
          </a:r>
          <a:r>
            <a:rPr lang="en-US" sz="2400" kern="1200" dirty="0" err="1"/>
            <a:t>SmaXtec</a:t>
          </a:r>
          <a:r>
            <a:rPr lang="en-US" sz="2400" kern="1200" dirty="0"/>
            <a:t> </a:t>
          </a:r>
        </a:p>
      </dsp:txBody>
      <dsp:txXfrm>
        <a:off x="3076667" y="2428197"/>
        <a:ext cx="8403561" cy="1129393"/>
      </dsp:txXfrm>
    </dsp:sp>
    <dsp:sp modelId="{1F03C5EB-7292-4BF1-89B8-0956A96901D0}">
      <dsp:nvSpPr>
        <dsp:cNvPr id="0" name=""/>
        <dsp:cNvSpPr/>
      </dsp:nvSpPr>
      <dsp:spPr>
        <a:xfrm>
          <a:off x="2916089" y="3557591"/>
          <a:ext cx="8564139" cy="0"/>
        </a:xfrm>
        <a:prstGeom prst="line">
          <a:avLst/>
        </a:prstGeom>
        <a:solidFill>
          <a:schemeClr val="accent2">
            <a:hueOff val="0"/>
            <a:satOff val="0"/>
            <a:lumOff val="0"/>
            <a:alphaOff val="0"/>
          </a:schemeClr>
        </a:solidFill>
        <a:ln w="1905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29E1C36-64D9-4C62-82BA-79CDE906DE86}">
      <dsp:nvSpPr>
        <dsp:cNvPr id="0" name=""/>
        <dsp:cNvSpPr/>
      </dsp:nvSpPr>
      <dsp:spPr>
        <a:xfrm>
          <a:off x="3076667" y="3614060"/>
          <a:ext cx="8403561" cy="11293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t>Monthly Water Audits for Leak Detection and Efficiency Tracking  </a:t>
          </a:r>
        </a:p>
      </dsp:txBody>
      <dsp:txXfrm>
        <a:off x="3076667" y="3614060"/>
        <a:ext cx="8403561" cy="1129393"/>
      </dsp:txXfrm>
    </dsp:sp>
    <dsp:sp modelId="{55588147-77D1-4BDB-8894-D37897AE255A}">
      <dsp:nvSpPr>
        <dsp:cNvPr id="0" name=""/>
        <dsp:cNvSpPr/>
      </dsp:nvSpPr>
      <dsp:spPr>
        <a:xfrm>
          <a:off x="2916089" y="4743454"/>
          <a:ext cx="8564139" cy="0"/>
        </a:xfrm>
        <a:prstGeom prst="line">
          <a:avLst/>
        </a:prstGeom>
        <a:solidFill>
          <a:schemeClr val="accent2">
            <a:hueOff val="0"/>
            <a:satOff val="0"/>
            <a:lumOff val="0"/>
            <a:alphaOff val="0"/>
          </a:schemeClr>
        </a:solidFill>
        <a:ln w="1905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7A7D9B6-A7DD-4E37-B9CF-82B8A2BA56CE}">
      <dsp:nvSpPr>
        <dsp:cNvPr id="0" name=""/>
        <dsp:cNvSpPr/>
      </dsp:nvSpPr>
      <dsp:spPr>
        <a:xfrm>
          <a:off x="3076667" y="4799924"/>
          <a:ext cx="8403561" cy="11293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t>Output Metrics and Resource Optimization Insights  </a:t>
          </a:r>
        </a:p>
      </dsp:txBody>
      <dsp:txXfrm>
        <a:off x="3076667" y="4799924"/>
        <a:ext cx="8403561" cy="1129393"/>
      </dsp:txXfrm>
    </dsp:sp>
    <dsp:sp modelId="{6AFCF10D-3162-43C6-A440-E4C6AF7927FC}">
      <dsp:nvSpPr>
        <dsp:cNvPr id="0" name=""/>
        <dsp:cNvSpPr/>
      </dsp:nvSpPr>
      <dsp:spPr>
        <a:xfrm>
          <a:off x="2916089" y="5929318"/>
          <a:ext cx="8564139" cy="0"/>
        </a:xfrm>
        <a:prstGeom prst="line">
          <a:avLst/>
        </a:prstGeom>
        <a:solidFill>
          <a:schemeClr val="accent2">
            <a:hueOff val="0"/>
            <a:satOff val="0"/>
            <a:lumOff val="0"/>
            <a:alphaOff val="0"/>
          </a:schemeClr>
        </a:solidFill>
        <a:ln w="1905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F8C561-5E67-4092-B24A-60D4B4D3B1EE}">
      <dsp:nvSpPr>
        <dsp:cNvPr id="0" name=""/>
        <dsp:cNvSpPr/>
      </dsp:nvSpPr>
      <dsp:spPr>
        <a:xfrm>
          <a:off x="8159" y="189285"/>
          <a:ext cx="964970" cy="96497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224AF79-91D0-48AA-B7B8-D8CE7C79049F}">
      <dsp:nvSpPr>
        <dsp:cNvPr id="0" name=""/>
        <dsp:cNvSpPr/>
      </dsp:nvSpPr>
      <dsp:spPr>
        <a:xfrm>
          <a:off x="210803" y="391929"/>
          <a:ext cx="559682" cy="55968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241D583-C043-43DC-B1B9-367FEC59F883}">
      <dsp:nvSpPr>
        <dsp:cNvPr id="0" name=""/>
        <dsp:cNvSpPr/>
      </dsp:nvSpPr>
      <dsp:spPr>
        <a:xfrm>
          <a:off x="1179909" y="189285"/>
          <a:ext cx="2274573" cy="964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dirty="0"/>
            <a:t>Resource Mapping &amp; Hotspot Identification </a:t>
          </a:r>
        </a:p>
      </dsp:txBody>
      <dsp:txXfrm>
        <a:off x="1179909" y="189285"/>
        <a:ext cx="2274573" cy="964970"/>
      </dsp:txXfrm>
    </dsp:sp>
    <dsp:sp modelId="{490A53BC-B4E6-458A-AD40-CDF372BBE893}">
      <dsp:nvSpPr>
        <dsp:cNvPr id="0" name=""/>
        <dsp:cNvSpPr/>
      </dsp:nvSpPr>
      <dsp:spPr>
        <a:xfrm>
          <a:off x="3850810" y="189285"/>
          <a:ext cx="964970" cy="96497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3AC5468-84D5-4F7B-B3AC-68740F9E5999}">
      <dsp:nvSpPr>
        <dsp:cNvPr id="0" name=""/>
        <dsp:cNvSpPr/>
      </dsp:nvSpPr>
      <dsp:spPr>
        <a:xfrm>
          <a:off x="4053454" y="391929"/>
          <a:ext cx="559682" cy="55968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A1C6DE2-F4C6-4F0C-9DF6-3AAC0C8CF9A0}">
      <dsp:nvSpPr>
        <dsp:cNvPr id="0" name=""/>
        <dsp:cNvSpPr/>
      </dsp:nvSpPr>
      <dsp:spPr>
        <a:xfrm>
          <a:off x="5022560" y="189285"/>
          <a:ext cx="2274573" cy="964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a:t>Practical Guidance </a:t>
          </a:r>
        </a:p>
      </dsp:txBody>
      <dsp:txXfrm>
        <a:off x="5022560" y="189285"/>
        <a:ext cx="2274573" cy="964970"/>
      </dsp:txXfrm>
    </dsp:sp>
    <dsp:sp modelId="{A44E048C-E1E3-4D84-9760-509E46E488F7}">
      <dsp:nvSpPr>
        <dsp:cNvPr id="0" name=""/>
        <dsp:cNvSpPr/>
      </dsp:nvSpPr>
      <dsp:spPr>
        <a:xfrm>
          <a:off x="8159" y="1997426"/>
          <a:ext cx="964970" cy="96497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51F4A01-2B84-4341-8C0A-7069F4A21208}">
      <dsp:nvSpPr>
        <dsp:cNvPr id="0" name=""/>
        <dsp:cNvSpPr/>
      </dsp:nvSpPr>
      <dsp:spPr>
        <a:xfrm>
          <a:off x="210803" y="2200070"/>
          <a:ext cx="559682" cy="55968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160936-CE9A-45FC-A5F2-11EC93AB531D}">
      <dsp:nvSpPr>
        <dsp:cNvPr id="0" name=""/>
        <dsp:cNvSpPr/>
      </dsp:nvSpPr>
      <dsp:spPr>
        <a:xfrm>
          <a:off x="1179909" y="1997426"/>
          <a:ext cx="2274573" cy="964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dirty="0"/>
            <a:t>WEF Nexus Model </a:t>
          </a:r>
        </a:p>
      </dsp:txBody>
      <dsp:txXfrm>
        <a:off x="1179909" y="1997426"/>
        <a:ext cx="2274573" cy="964970"/>
      </dsp:txXfrm>
    </dsp:sp>
    <dsp:sp modelId="{AA714BE2-7A41-4C6B-A3A8-6CDF3A3AAE69}">
      <dsp:nvSpPr>
        <dsp:cNvPr id="0" name=""/>
        <dsp:cNvSpPr/>
      </dsp:nvSpPr>
      <dsp:spPr>
        <a:xfrm>
          <a:off x="3850810" y="1997426"/>
          <a:ext cx="964970" cy="96497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D22AA9-0D5B-434C-B14F-DB5395AE707E}">
      <dsp:nvSpPr>
        <dsp:cNvPr id="0" name=""/>
        <dsp:cNvSpPr/>
      </dsp:nvSpPr>
      <dsp:spPr>
        <a:xfrm>
          <a:off x="4053454" y="2200070"/>
          <a:ext cx="559682" cy="55968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4270724-4064-4454-8E97-5FDF60499A8E}">
      <dsp:nvSpPr>
        <dsp:cNvPr id="0" name=""/>
        <dsp:cNvSpPr/>
      </dsp:nvSpPr>
      <dsp:spPr>
        <a:xfrm>
          <a:off x="5022560" y="1997426"/>
          <a:ext cx="2274573" cy="964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a:t>Technology Insights </a:t>
          </a:r>
        </a:p>
      </dsp:txBody>
      <dsp:txXfrm>
        <a:off x="5022560" y="1997426"/>
        <a:ext cx="2274573" cy="964970"/>
      </dsp:txXfrm>
    </dsp:sp>
    <dsp:sp modelId="{66C2BF6C-DCDA-43C0-AB2E-3C5DB724B512}">
      <dsp:nvSpPr>
        <dsp:cNvPr id="0" name=""/>
        <dsp:cNvSpPr/>
      </dsp:nvSpPr>
      <dsp:spPr>
        <a:xfrm>
          <a:off x="8159" y="3805566"/>
          <a:ext cx="964970" cy="96497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8A05E11-5C7B-4B29-9CFE-D99DEC4FD588}">
      <dsp:nvSpPr>
        <dsp:cNvPr id="0" name=""/>
        <dsp:cNvSpPr/>
      </dsp:nvSpPr>
      <dsp:spPr>
        <a:xfrm>
          <a:off x="210803" y="4008210"/>
          <a:ext cx="559682" cy="55968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27A4D39-FD32-490B-956D-C9642DE20621}">
      <dsp:nvSpPr>
        <dsp:cNvPr id="0" name=""/>
        <dsp:cNvSpPr/>
      </dsp:nvSpPr>
      <dsp:spPr>
        <a:xfrm>
          <a:off x="1179909" y="3805566"/>
          <a:ext cx="2274573" cy="964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dirty="0"/>
            <a:t>Broad Impact </a:t>
          </a:r>
        </a:p>
      </dsp:txBody>
      <dsp:txXfrm>
        <a:off x="1179909" y="3805566"/>
        <a:ext cx="2274573" cy="96497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6AB5B8-7797-48D8-BCBD-A9D545834165}">
      <dsp:nvSpPr>
        <dsp:cNvPr id="0" name=""/>
        <dsp:cNvSpPr/>
      </dsp:nvSpPr>
      <dsp:spPr>
        <a:xfrm>
          <a:off x="5001558" y="2479199"/>
          <a:ext cx="1119633" cy="91440"/>
        </a:xfrm>
        <a:custGeom>
          <a:avLst/>
          <a:gdLst/>
          <a:ahLst/>
          <a:cxnLst/>
          <a:rect l="0" t="0" r="0" b="0"/>
          <a:pathLst>
            <a:path>
              <a:moveTo>
                <a:pt x="0" y="45720"/>
              </a:moveTo>
              <a:lnTo>
                <a:pt x="1119633" y="45720"/>
              </a:lnTo>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532619" y="2519167"/>
        <a:ext cx="57511" cy="11502"/>
      </dsp:txXfrm>
    </dsp:sp>
    <dsp:sp modelId="{31BA199B-A620-4EC8-9E5F-2C6C2264B533}">
      <dsp:nvSpPr>
        <dsp:cNvPr id="0" name=""/>
        <dsp:cNvSpPr/>
      </dsp:nvSpPr>
      <dsp:spPr>
        <a:xfrm>
          <a:off x="2342" y="1024614"/>
          <a:ext cx="5001015" cy="3000609"/>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5054" tIns="257227" rIns="245054" bIns="257227" numCol="1" spcCol="1270" anchor="t" anchorCtr="0">
          <a:noAutofit/>
        </a:bodyPr>
        <a:lstStyle/>
        <a:p>
          <a:pPr marL="0" lvl="0" indent="0" algn="l" defTabSz="1600200">
            <a:lnSpc>
              <a:spcPct val="90000"/>
            </a:lnSpc>
            <a:spcBef>
              <a:spcPct val="0"/>
            </a:spcBef>
            <a:spcAft>
              <a:spcPct val="35000"/>
            </a:spcAft>
            <a:buNone/>
          </a:pPr>
          <a:r>
            <a:rPr lang="en-US" sz="3600" kern="1200" dirty="0"/>
            <a:t>Pitfalls:</a:t>
          </a:r>
        </a:p>
        <a:p>
          <a:pPr marL="285750" lvl="1" indent="-285750" algn="l" defTabSz="1244600">
            <a:lnSpc>
              <a:spcPct val="90000"/>
            </a:lnSpc>
            <a:spcBef>
              <a:spcPct val="0"/>
            </a:spcBef>
            <a:spcAft>
              <a:spcPct val="15000"/>
            </a:spcAft>
            <a:buChar char="•"/>
          </a:pPr>
          <a:r>
            <a:rPr lang="en-US" sz="2800" kern="1200" dirty="0"/>
            <a:t>Real-time Data Gaps</a:t>
          </a:r>
        </a:p>
        <a:p>
          <a:pPr marL="285750" lvl="1" indent="-285750" algn="l" defTabSz="1244600">
            <a:lnSpc>
              <a:spcPct val="90000"/>
            </a:lnSpc>
            <a:spcBef>
              <a:spcPct val="0"/>
            </a:spcBef>
            <a:spcAft>
              <a:spcPct val="15000"/>
            </a:spcAft>
            <a:buChar char="•"/>
          </a:pPr>
          <a:r>
            <a:rPr lang="en-US" sz="2800" kern="1200" dirty="0"/>
            <a:t>Data Granularity </a:t>
          </a:r>
        </a:p>
        <a:p>
          <a:pPr marL="285750" lvl="1" indent="-285750" algn="l" defTabSz="1244600">
            <a:lnSpc>
              <a:spcPct val="90000"/>
            </a:lnSpc>
            <a:spcBef>
              <a:spcPct val="0"/>
            </a:spcBef>
            <a:spcAft>
              <a:spcPct val="15000"/>
            </a:spcAft>
            <a:buChar char="•"/>
          </a:pPr>
          <a:r>
            <a:rPr lang="en-US" sz="2800" kern="1200" dirty="0"/>
            <a:t>Supplemental Monitoring </a:t>
          </a:r>
        </a:p>
        <a:p>
          <a:pPr marL="285750" lvl="1" indent="-285750" algn="l" defTabSz="1244600">
            <a:lnSpc>
              <a:spcPct val="90000"/>
            </a:lnSpc>
            <a:spcBef>
              <a:spcPct val="0"/>
            </a:spcBef>
            <a:spcAft>
              <a:spcPct val="15000"/>
            </a:spcAft>
            <a:buChar char="•"/>
          </a:pPr>
          <a:r>
            <a:rPr lang="en-US" sz="2800" kern="1200" dirty="0"/>
            <a:t>Contextual Understanding </a:t>
          </a:r>
        </a:p>
      </dsp:txBody>
      <dsp:txXfrm>
        <a:off x="2342" y="1024614"/>
        <a:ext cx="5001015" cy="3000609"/>
      </dsp:txXfrm>
    </dsp:sp>
    <dsp:sp modelId="{AF0EFDC0-3EDD-4303-83EC-8A182344502A}">
      <dsp:nvSpPr>
        <dsp:cNvPr id="0" name=""/>
        <dsp:cNvSpPr/>
      </dsp:nvSpPr>
      <dsp:spPr>
        <a:xfrm>
          <a:off x="6153591" y="1024614"/>
          <a:ext cx="5001015" cy="3000609"/>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5054" tIns="257227" rIns="245054" bIns="257227" numCol="1" spcCol="1270" anchor="t" anchorCtr="0">
          <a:noAutofit/>
        </a:bodyPr>
        <a:lstStyle/>
        <a:p>
          <a:pPr marL="0" lvl="0" indent="0" algn="l" defTabSz="1600200">
            <a:lnSpc>
              <a:spcPct val="90000"/>
            </a:lnSpc>
            <a:spcBef>
              <a:spcPct val="0"/>
            </a:spcBef>
            <a:spcAft>
              <a:spcPct val="35000"/>
            </a:spcAft>
            <a:buNone/>
          </a:pPr>
          <a:r>
            <a:rPr lang="en-US" sz="3600" kern="1200"/>
            <a:t>Limitations:</a:t>
          </a:r>
        </a:p>
        <a:p>
          <a:pPr marL="285750" lvl="1" indent="-285750" algn="l" defTabSz="1244600">
            <a:lnSpc>
              <a:spcPct val="90000"/>
            </a:lnSpc>
            <a:spcBef>
              <a:spcPct val="0"/>
            </a:spcBef>
            <a:spcAft>
              <a:spcPct val="15000"/>
            </a:spcAft>
            <a:buChar char="•"/>
          </a:pPr>
          <a:r>
            <a:rPr lang="en-US" sz="2800" kern="1200"/>
            <a:t>Scope Restriction</a:t>
          </a:r>
        </a:p>
        <a:p>
          <a:pPr marL="285750" lvl="1" indent="-285750" algn="l" defTabSz="1244600">
            <a:lnSpc>
              <a:spcPct val="90000"/>
            </a:lnSpc>
            <a:spcBef>
              <a:spcPct val="0"/>
            </a:spcBef>
            <a:spcAft>
              <a:spcPct val="15000"/>
            </a:spcAft>
            <a:buChar char="•"/>
          </a:pPr>
          <a:r>
            <a:rPr lang="en-US" sz="2800" kern="1200"/>
            <a:t>Focused Assessment </a:t>
          </a:r>
        </a:p>
        <a:p>
          <a:pPr marL="285750" lvl="1" indent="-285750" algn="l" defTabSz="1244600">
            <a:lnSpc>
              <a:spcPct val="90000"/>
            </a:lnSpc>
            <a:spcBef>
              <a:spcPct val="0"/>
            </a:spcBef>
            <a:spcAft>
              <a:spcPct val="15000"/>
            </a:spcAft>
            <a:buChar char="•"/>
          </a:pPr>
          <a:r>
            <a:rPr lang="en-US" sz="2800" kern="1200"/>
            <a:t>Future Expansion </a:t>
          </a:r>
        </a:p>
        <a:p>
          <a:pPr marL="285750" lvl="1" indent="-285750" algn="l" defTabSz="1244600">
            <a:lnSpc>
              <a:spcPct val="90000"/>
            </a:lnSpc>
            <a:spcBef>
              <a:spcPct val="0"/>
            </a:spcBef>
            <a:spcAft>
              <a:spcPct val="15000"/>
            </a:spcAft>
            <a:buChar char="•"/>
          </a:pPr>
          <a:r>
            <a:rPr lang="en-US" sz="2800" kern="1200"/>
            <a:t>Streamlined Strategy </a:t>
          </a:r>
        </a:p>
      </dsp:txBody>
      <dsp:txXfrm>
        <a:off x="6153591" y="1024614"/>
        <a:ext cx="5001015" cy="3000609"/>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A1DE31-F9F9-41CC-9D65-811C603FD2CE}" type="datetimeFigureOut">
              <a:rPr lang="en-US" smtClean="0"/>
              <a:t>7/2/2025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7B6E4D-B2DA-4D71-A04F-71882A8A4708}" type="slidenum">
              <a:rPr lang="en-US" smtClean="0"/>
              <a:t>‹#›</a:t>
            </a:fld>
            <a:endParaRPr lang="en-US"/>
          </a:p>
        </p:txBody>
      </p:sp>
    </p:spTree>
    <p:extLst>
      <p:ext uri="{BB962C8B-B14F-4D97-AF65-F5344CB8AC3E}">
        <p14:creationId xmlns:p14="http://schemas.microsoft.com/office/powerpoint/2010/main" val="3656826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Urgent Resource Challenges in Texas Dairy </a:t>
            </a:r>
            <a:r>
              <a:rPr lang="en-US" dirty="0" err="1"/>
              <a:t>FarmingTexas</a:t>
            </a:r>
            <a:r>
              <a:rPr lang="en-US" dirty="0"/>
              <a:t> is among the top milk-producing states but faces increasing threats to agricultural sustainability due to severe water and energy constraints—especially in the arid Panhandle region. Groundwater from the Ogallala Aquifer is being depleted, and the state's high electricity demand results in grid instability. These constraints jeopardize long-term agricultural productivity and highlight the need for efficient on-farm resource optimization.2. Broader Significance: Climate-Smart Dairy </a:t>
            </a:r>
            <a:r>
              <a:rPr lang="en-US" dirty="0" err="1"/>
              <a:t>ProductionAs</a:t>
            </a:r>
            <a:r>
              <a:rPr lang="en-US" dirty="0"/>
              <a:t> global demand for food rises, sustainable and climate-resilient agricultural systems are essential. The rapid digital transformation of the dairy sector through precision technologies offers potential sustainability benefits, but also increases energy and water usage. There is a need to critically evaluate the net impact of these technologies within the framework of the Water-Energy-Food (WEF) Nexus and the UN Sustainable Development Goals.3. Precision Dairy Technologies: Opportunities and Adoption </a:t>
            </a:r>
            <a:r>
              <a:rPr lang="en-US" dirty="0" err="1"/>
              <a:t>BarriersModern</a:t>
            </a:r>
            <a:r>
              <a:rPr lang="en-US" dirty="0"/>
              <a:t> technologies—such as automatic milking systems (AMS) and precision livestock farming tools—improve efficiency, labor productivity, and animal welfare. However, adoption is lagging due to concerns over cost, support infrastructure, and demonstrable efficacy. Texas dairy farmers have identified the need for data-backed guidance to support informed adoption decisions.4. Energy Use Hotspots on Dairy </a:t>
            </a:r>
            <a:r>
              <a:rPr lang="en-US" dirty="0" err="1"/>
              <a:t>FarmsElectricity</a:t>
            </a:r>
            <a:r>
              <a:rPr lang="en-US" dirty="0"/>
              <a:t> is a major operational cost, with milking, milk cooling, and water heating being the largest consumers. Reports vary in identifying primary energy-use areas, highlighting the importance of long-term energy mapping to pinpoint high-consumption hotspots. This evaluation will inform targeted energy conservation strategies and alternative energy investments (e.g., agrivoltaics).5. Water Use Patterns and Optimization </a:t>
            </a:r>
            <a:r>
              <a:rPr lang="en-US" dirty="0" err="1"/>
              <a:t>PotentialDirect</a:t>
            </a:r>
            <a:r>
              <a:rPr lang="en-US" dirty="0"/>
              <a:t> water use in dairy farms—for drinking, cleaning, and equipment sanitation—is substantial and varies widely depending on farm setup and milking systems. Robotic systems typically use more water due to frequent wash cycles. Identifying and analyzing specific usage hotspots will enable implementation of water-saving practices without compromising production or hygiene.6. Integrating the WEF Nexus for Holistic </a:t>
            </a:r>
            <a:r>
              <a:rPr lang="en-US" dirty="0" err="1"/>
              <a:t>SustainabilityThe</a:t>
            </a:r>
            <a:r>
              <a:rPr lang="en-US" dirty="0"/>
              <a:t> WEF Nexus approach recognizes the interdependency of water, energy, and food systems. Applying this lens to dairy operations supports integrated resource management, improved resilience, and sustainability. The proposed project will utilize decision-support tools (e.g., agent-based modeling and optimization) to develop actionable strategies that guide both farm-level and policy-level interventions for resource efficiency and long-term sustainability.</a:t>
            </a:r>
          </a:p>
        </p:txBody>
      </p:sp>
      <p:sp>
        <p:nvSpPr>
          <p:cNvPr id="4" name="Slide Number Placeholder 3"/>
          <p:cNvSpPr>
            <a:spLocks noGrp="1"/>
          </p:cNvSpPr>
          <p:nvPr>
            <p:ph type="sldNum" sz="quarter" idx="5"/>
          </p:nvPr>
        </p:nvSpPr>
        <p:spPr/>
        <p:txBody>
          <a:bodyPr/>
          <a:lstStyle/>
          <a:p>
            <a:fld id="{057B6E4D-B2DA-4D71-A04F-71882A8A4708}" type="slidenum">
              <a:rPr lang="en-US" smtClean="0"/>
              <a:t>2</a:t>
            </a:fld>
            <a:endParaRPr lang="en-US"/>
          </a:p>
        </p:txBody>
      </p:sp>
    </p:spTree>
    <p:extLst>
      <p:ext uri="{BB962C8B-B14F-4D97-AF65-F5344CB8AC3E}">
        <p14:creationId xmlns:p14="http://schemas.microsoft.com/office/powerpoint/2010/main" val="42114209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1. Comprehensive On-Farm Water Use Monitoring and Partitioning</a:t>
            </a:r>
          </a:p>
          <a:p>
            <a:pPr>
              <a:buNone/>
            </a:pPr>
            <a:r>
              <a:rPr lang="en-US" dirty="0"/>
              <a:t>The study will determine total annual pumped groundwater (blue water) use and partition it by type (e.g., drinking water, milk precooling, parlor cleaning) across up to six commercial dairies. Each farm's unique layout and operations will guide specific monitoring plans to ensure minimal disruption and capture farm-specific water usage patterns.</a:t>
            </a:r>
          </a:p>
          <a:p>
            <a:pPr>
              <a:buNone/>
            </a:pPr>
            <a:r>
              <a:rPr lang="en-US" b="1" dirty="0"/>
              <a:t>2. Use of Advanced Metering and Sensor Technology</a:t>
            </a:r>
          </a:p>
          <a:p>
            <a:pPr>
              <a:buNone/>
            </a:pPr>
            <a:r>
              <a:rPr lang="en-US" dirty="0"/>
              <a:t>A combination of portable transit-time flow meters and data loggers will be installed at key water use points—targeting at least seven locations per farm. Data will be collected daily and aggregated seasonally and annually to account for interannual and seasonal variability in water usage.</a:t>
            </a:r>
          </a:p>
          <a:p>
            <a:pPr>
              <a:buNone/>
            </a:pPr>
            <a:r>
              <a:rPr lang="en-US" b="1" dirty="0"/>
              <a:t>3. Individual Cow-Level Water Intake Monitoring</a:t>
            </a:r>
          </a:p>
          <a:p>
            <a:pPr>
              <a:buNone/>
            </a:pPr>
            <a:r>
              <a:rPr lang="en-US" dirty="0"/>
              <a:t>The study will utilize existing </a:t>
            </a:r>
            <a:r>
              <a:rPr lang="en-US" dirty="0" err="1"/>
              <a:t>smaXtec</a:t>
            </a:r>
            <a:r>
              <a:rPr lang="en-US" dirty="0"/>
              <a:t> rumen sensors on at least 3,000 cows at one farm to capture individual cow water intake patterns. This detailed data will support cow-level decisions for resource efficiency, including breeding and culling based on drinking behavior and productivity.</a:t>
            </a:r>
          </a:p>
          <a:p>
            <a:pPr>
              <a:buNone/>
            </a:pPr>
            <a:r>
              <a:rPr lang="en-US" b="1" dirty="0"/>
              <a:t>4. Monthly Water Audits for Leak Detection and Efficiency Tracking</a:t>
            </a:r>
          </a:p>
          <a:p>
            <a:pPr>
              <a:buNone/>
            </a:pPr>
            <a:r>
              <a:rPr lang="en-US" dirty="0"/>
              <a:t>Monthly in-person audits will retrieve sensor data, identify abnormal flows, detect leaks, and provide insights into irregular water usage. This audit process will support real-time decision-making to reduce unnecessary water use and improve operational efficiency.</a:t>
            </a:r>
          </a:p>
          <a:p>
            <a:pPr>
              <a:buNone/>
            </a:pPr>
            <a:r>
              <a:rPr lang="en-US" b="1" dirty="0"/>
              <a:t>5. Output Metrics and Resource Optimization Insights</a:t>
            </a:r>
          </a:p>
          <a:p>
            <a:r>
              <a:rPr lang="en-US" dirty="0"/>
              <a:t>Water usage data will be analyzed and reported as gallons per day per cow, gallons per kg of milk produced, and per milking session. The findings will inform actionable water-saving strategies, relate water costs to usage patterns, and guide optimal resource use across seasons, temperature-humidity variations, and farm locations.</a:t>
            </a:r>
          </a:p>
          <a:p>
            <a:endParaRPr lang="en-US" dirty="0"/>
          </a:p>
        </p:txBody>
      </p:sp>
      <p:sp>
        <p:nvSpPr>
          <p:cNvPr id="4" name="Slide Number Placeholder 3"/>
          <p:cNvSpPr>
            <a:spLocks noGrp="1"/>
          </p:cNvSpPr>
          <p:nvPr>
            <p:ph type="sldNum" sz="quarter" idx="5"/>
          </p:nvPr>
        </p:nvSpPr>
        <p:spPr/>
        <p:txBody>
          <a:bodyPr/>
          <a:lstStyle/>
          <a:p>
            <a:fld id="{057B6E4D-B2DA-4D71-A04F-71882A8A4708}" type="slidenum">
              <a:rPr lang="en-US" smtClean="0"/>
              <a:t>7</a:t>
            </a:fld>
            <a:endParaRPr lang="en-US"/>
          </a:p>
        </p:txBody>
      </p:sp>
    </p:spTree>
    <p:extLst>
      <p:ext uri="{BB962C8B-B14F-4D97-AF65-F5344CB8AC3E}">
        <p14:creationId xmlns:p14="http://schemas.microsoft.com/office/powerpoint/2010/main" val="37485539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Development of a Comprehensive WEF Nexus-Based Decision Support Tool</a:t>
            </a:r>
          </a:p>
          <a:p>
            <a:pPr>
              <a:buNone/>
            </a:pPr>
            <a:r>
              <a:rPr lang="en-US" dirty="0"/>
              <a:t>The study will integrate water, energy, and food (milk) system components into an </a:t>
            </a:r>
            <a:r>
              <a:rPr lang="en-US" b="1" dirty="0"/>
              <a:t>Agent-Based Model (ABM)</a:t>
            </a:r>
            <a:r>
              <a:rPr lang="en-US" dirty="0"/>
              <a:t>, enhanced with </a:t>
            </a:r>
            <a:r>
              <a:rPr lang="en-US" b="1" dirty="0"/>
              <a:t>machine learning algorithms</a:t>
            </a:r>
            <a:r>
              <a:rPr lang="en-US" dirty="0"/>
              <a:t>, to simulate and optimize resource use and cost-efficiency under different dairy farming scenarios.</a:t>
            </a:r>
          </a:p>
          <a:p>
            <a:pPr>
              <a:buNone/>
            </a:pPr>
            <a:r>
              <a:rPr lang="en-US" b="1" dirty="0"/>
              <a:t>2. Use of Real-Time Farm Data and Existing Herd Models</a:t>
            </a:r>
          </a:p>
          <a:p>
            <a:pPr>
              <a:buNone/>
            </a:pPr>
            <a:r>
              <a:rPr lang="en-US" dirty="0"/>
              <a:t>Farm-specific milk production and management data from </a:t>
            </a:r>
            <a:r>
              <a:rPr lang="en-US" b="1" dirty="0" err="1"/>
              <a:t>PCDart</a:t>
            </a:r>
            <a:r>
              <a:rPr lang="en-US" b="1" dirty="0"/>
              <a:t> and </a:t>
            </a:r>
            <a:r>
              <a:rPr lang="en-US" b="1" dirty="0" err="1"/>
              <a:t>DairyComp</a:t>
            </a:r>
            <a:r>
              <a:rPr lang="en-US" dirty="0"/>
              <a:t> software will be incorporated into a </a:t>
            </a:r>
            <a:r>
              <a:rPr lang="en-US" b="1" dirty="0"/>
              <a:t>whole herd ABM system</a:t>
            </a:r>
            <a:r>
              <a:rPr lang="en-US" dirty="0"/>
              <a:t> previously developed by the research team. This system has been used to evaluate precision livestock technologies and breeding programs in U.S. dairy herds.</a:t>
            </a:r>
          </a:p>
          <a:p>
            <a:pPr>
              <a:buNone/>
            </a:pPr>
            <a:r>
              <a:rPr lang="en-US" b="1" dirty="0"/>
              <a:t>3. Creation of a WEF Nexus Index for Farm Sustainability</a:t>
            </a:r>
          </a:p>
          <a:p>
            <a:pPr>
              <a:buNone/>
            </a:pPr>
            <a:r>
              <a:rPr lang="en-US" dirty="0"/>
              <a:t>Farms will be categorized as </a:t>
            </a:r>
            <a:r>
              <a:rPr lang="en-US" b="1" dirty="0"/>
              <a:t>low, medium, or high sustainability</a:t>
            </a:r>
            <a:r>
              <a:rPr lang="en-US" dirty="0"/>
              <a:t> based on water and energy use data and performance indicators. A </a:t>
            </a:r>
            <a:r>
              <a:rPr lang="en-US" b="1" dirty="0"/>
              <a:t>WEF Nexus Index</a:t>
            </a:r>
            <a:r>
              <a:rPr lang="en-US" dirty="0"/>
              <a:t> (0–100 scale) will be developed, adapted from the widely used </a:t>
            </a:r>
            <a:r>
              <a:rPr lang="en-US" b="1" dirty="0"/>
              <a:t>Lifetime Net Merit Index</a:t>
            </a:r>
            <a:r>
              <a:rPr lang="en-US" dirty="0"/>
              <a:t>, to evaluate integrated sustainability performance.</a:t>
            </a:r>
          </a:p>
          <a:p>
            <a:pPr>
              <a:buNone/>
            </a:pPr>
            <a:r>
              <a:rPr lang="en-US" b="1" dirty="0"/>
              <a:t>4. Scenario Testing for Informed Decision-Making</a:t>
            </a:r>
          </a:p>
          <a:p>
            <a:pPr>
              <a:buNone/>
            </a:pPr>
            <a:r>
              <a:rPr lang="en-US" dirty="0"/>
              <a:t>The model will simulate multiple </a:t>
            </a:r>
            <a:r>
              <a:rPr lang="en-US" b="1" dirty="0"/>
              <a:t>herd and resource management scenarios</a:t>
            </a:r>
            <a:r>
              <a:rPr lang="en-US" dirty="0"/>
              <a:t>, including changes in water/electricity inputs, milk/feed price fluctuations, and investment in new technologies. It will support </a:t>
            </a:r>
            <a:r>
              <a:rPr lang="en-US" b="1" dirty="0"/>
              <a:t>investment appraisal and policy decisions</a:t>
            </a:r>
            <a:r>
              <a:rPr lang="en-US" dirty="0"/>
              <a:t> aimed at maximizing farm profitability and sustainability.</a:t>
            </a:r>
          </a:p>
          <a:p>
            <a:pPr>
              <a:buNone/>
            </a:pPr>
            <a:r>
              <a:rPr lang="en-US" b="1" dirty="0"/>
              <a:t>5. Predictive Capability for Future Resource and Technology Trends</a:t>
            </a:r>
          </a:p>
          <a:p>
            <a:pPr>
              <a:buNone/>
            </a:pPr>
            <a:r>
              <a:rPr lang="en-US" dirty="0"/>
              <a:t>The ABM will project future trends in </a:t>
            </a:r>
            <a:r>
              <a:rPr lang="en-US" b="1" dirty="0"/>
              <a:t>energy and water consumption and milk production</a:t>
            </a:r>
            <a:r>
              <a:rPr lang="en-US" dirty="0"/>
              <a:t>, especially under different </a:t>
            </a:r>
            <a:r>
              <a:rPr lang="en-US" b="1" dirty="0"/>
              <a:t>technology adoption rates</a:t>
            </a:r>
            <a:r>
              <a:rPr lang="en-US" dirty="0"/>
              <a:t>. This predictive tool will help farmers and stakeholders prepare for long-term sustainability challenges.</a:t>
            </a:r>
          </a:p>
          <a:p>
            <a:pPr>
              <a:buNone/>
            </a:pPr>
            <a:r>
              <a:rPr lang="en-US" b="1" dirty="0"/>
              <a:t>6. User-Friendly Visualization and Meta-Modeling Interface</a:t>
            </a:r>
          </a:p>
          <a:p>
            <a:r>
              <a:rPr lang="en-US" dirty="0"/>
              <a:t>Findings will be simplified through </a:t>
            </a:r>
            <a:r>
              <a:rPr lang="en-US" b="1" dirty="0"/>
              <a:t>meta-modeling</a:t>
            </a:r>
            <a:r>
              <a:rPr lang="en-US" dirty="0"/>
              <a:t> and made accessible via an interactive, </a:t>
            </a:r>
            <a:r>
              <a:rPr lang="en-US" b="1" dirty="0"/>
              <a:t>mobile-friendly Tableau dashboard</a:t>
            </a:r>
            <a:r>
              <a:rPr lang="en-US" dirty="0"/>
              <a:t>. The platform will enable </a:t>
            </a:r>
            <a:r>
              <a:rPr lang="en-US" b="1" dirty="0"/>
              <a:t>stochastic evaluation</a:t>
            </a:r>
            <a:r>
              <a:rPr lang="en-US" dirty="0"/>
              <a:t> of decision outcomes under uncertainty and provide clear, data-driven insights for </a:t>
            </a:r>
            <a:r>
              <a:rPr lang="en-US" b="1" dirty="0"/>
              <a:t>farmers and policymakers</a:t>
            </a:r>
            <a:r>
              <a:rPr lang="en-US" dirty="0"/>
              <a:t>.</a:t>
            </a:r>
          </a:p>
          <a:p>
            <a:endParaRPr lang="en-US" dirty="0"/>
          </a:p>
        </p:txBody>
      </p:sp>
      <p:sp>
        <p:nvSpPr>
          <p:cNvPr id="4" name="Slide Number Placeholder 3"/>
          <p:cNvSpPr>
            <a:spLocks noGrp="1"/>
          </p:cNvSpPr>
          <p:nvPr>
            <p:ph type="sldNum" sz="quarter" idx="5"/>
          </p:nvPr>
        </p:nvSpPr>
        <p:spPr/>
        <p:txBody>
          <a:bodyPr/>
          <a:lstStyle/>
          <a:p>
            <a:fld id="{057B6E4D-B2DA-4D71-A04F-71882A8A4708}" type="slidenum">
              <a:rPr lang="en-US" smtClean="0"/>
              <a:t>8</a:t>
            </a:fld>
            <a:endParaRPr lang="en-US"/>
          </a:p>
        </p:txBody>
      </p:sp>
    </p:spTree>
    <p:extLst>
      <p:ext uri="{BB962C8B-B14F-4D97-AF65-F5344CB8AC3E}">
        <p14:creationId xmlns:p14="http://schemas.microsoft.com/office/powerpoint/2010/main" val="13705159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Resource Mapping &amp; Hotspot Identification: The project will identify where and how resources are used most intensively within robotic and low-tech dairy farms, helping to locate conservation opportunities.</a:t>
            </a:r>
          </a:p>
          <a:p>
            <a:r>
              <a:rPr lang="en-US" dirty="0"/>
              <a:t>Practical Guidance: Results will guide Texas dairy farmers and policymakers on improving resource efficiency and integrating new technologies with immediate benefits.</a:t>
            </a:r>
          </a:p>
          <a:p>
            <a:r>
              <a:rPr lang="en-US" dirty="0"/>
              <a:t>WEF Nexus Model: A visual decision-support tool will be developed to evaluate current efficiency, test future scenarios, and compare costs vs. savings of potential interventions.</a:t>
            </a:r>
          </a:p>
          <a:p>
            <a:r>
              <a:rPr lang="en-US" dirty="0"/>
              <a:t>Technology Insights: Farmers, especially in resource-constrained areas, will gain insights into resource demands and the impact of adopting automation technologies.</a:t>
            </a:r>
          </a:p>
          <a:p>
            <a:r>
              <a:rPr lang="en-US" dirty="0"/>
              <a:t>Broad Impact: The project will benefit not only Texas dairy farms but also others with similar challenges, including small and large farmers, consultants, technology providers, utilities, and policymakers</a:t>
            </a:r>
          </a:p>
          <a:p>
            <a:endParaRPr lang="en-US" dirty="0"/>
          </a:p>
        </p:txBody>
      </p:sp>
      <p:sp>
        <p:nvSpPr>
          <p:cNvPr id="4" name="Slide Number Placeholder 3"/>
          <p:cNvSpPr>
            <a:spLocks noGrp="1"/>
          </p:cNvSpPr>
          <p:nvPr>
            <p:ph type="sldNum" sz="quarter" idx="5"/>
          </p:nvPr>
        </p:nvSpPr>
        <p:spPr/>
        <p:txBody>
          <a:bodyPr/>
          <a:lstStyle/>
          <a:p>
            <a:fld id="{057B6E4D-B2DA-4D71-A04F-71882A8A4708}" type="slidenum">
              <a:rPr lang="en-US" smtClean="0"/>
              <a:t>9</a:t>
            </a:fld>
            <a:endParaRPr lang="en-US"/>
          </a:p>
        </p:txBody>
      </p:sp>
    </p:spTree>
    <p:extLst>
      <p:ext uri="{BB962C8B-B14F-4D97-AF65-F5344CB8AC3E}">
        <p14:creationId xmlns:p14="http://schemas.microsoft.com/office/powerpoint/2010/main" val="13811645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Website: A dedicated website will be launched in the first trimester to share project updates, findings, and deliverables, including free access to the decision-making tool and supporting </a:t>
            </a:r>
            <a:r>
              <a:rPr lang="en-US" dirty="0" err="1"/>
              <a:t>resources.Extension</a:t>
            </a:r>
            <a:r>
              <a:rPr lang="en-US" dirty="0"/>
              <a:t> Articles &amp; Factsheets: Three peer-reviewed articles will be published on AgriLife Learn and promoted through Texas Dairy Matters, local newsletters, and national dairy magazines like Progressive Dairy and Dairy </a:t>
            </a:r>
            <a:r>
              <a:rPr lang="en-US" dirty="0" err="1"/>
              <a:t>Herd.Scientific</a:t>
            </a:r>
            <a:r>
              <a:rPr lang="en-US" dirty="0"/>
              <a:t> Dissemination: Results will be presented at the Annual Meeting of the American Dairy Science Association and published in the Journal of Dairy Science for international </a:t>
            </a:r>
            <a:r>
              <a:rPr lang="en-US" dirty="0" err="1"/>
              <a:t>reach.Demonstrations</a:t>
            </a:r>
            <a:r>
              <a:rPr lang="en-US" dirty="0"/>
              <a:t>: The WEF-based tool and monitoring methods will be demonstrated during the annual Southwest Dairy Days, attended by approximately 300 producers representing over 615,000 dairy </a:t>
            </a:r>
            <a:r>
              <a:rPr lang="en-US" dirty="0" err="1"/>
              <a:t>cows.Sustained</a:t>
            </a:r>
            <a:r>
              <a:rPr lang="en-US" dirty="0"/>
              <a:t> Access: All tools and materials developed will remain accessible beyond the project period through the project website and Texas A&amp;M AgriLife Extension platforms.</a:t>
            </a:r>
          </a:p>
        </p:txBody>
      </p:sp>
      <p:sp>
        <p:nvSpPr>
          <p:cNvPr id="4" name="Slide Number Placeholder 3"/>
          <p:cNvSpPr>
            <a:spLocks noGrp="1"/>
          </p:cNvSpPr>
          <p:nvPr>
            <p:ph type="sldNum" sz="quarter" idx="5"/>
          </p:nvPr>
        </p:nvSpPr>
        <p:spPr/>
        <p:txBody>
          <a:bodyPr/>
          <a:lstStyle/>
          <a:p>
            <a:fld id="{057B6E4D-B2DA-4D71-A04F-71882A8A4708}" type="slidenum">
              <a:rPr lang="en-US" smtClean="0"/>
              <a:t>11</a:t>
            </a:fld>
            <a:endParaRPr lang="en-US"/>
          </a:p>
        </p:txBody>
      </p:sp>
    </p:spTree>
    <p:extLst>
      <p:ext uri="{BB962C8B-B14F-4D97-AF65-F5344CB8AC3E}">
        <p14:creationId xmlns:p14="http://schemas.microsoft.com/office/powerpoint/2010/main" val="14401408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Pitfalls:Real-time</a:t>
            </a:r>
            <a:r>
              <a:rPr lang="en-US" dirty="0"/>
              <a:t> Data Gaps: Monthly electricity and water data may not detect leaks or equipment failures as they </a:t>
            </a:r>
            <a:r>
              <a:rPr lang="en-US" dirty="0" err="1"/>
              <a:t>happen.Data</a:t>
            </a:r>
            <a:r>
              <a:rPr lang="en-US" dirty="0"/>
              <a:t> Granularity: Metered data lacks detail on specific anomalies like non-routine maintenance or construction activities. Supplemental Monitoring: Farm management will be consulted periodically to explain irregular usage patterns and support data </a:t>
            </a:r>
            <a:r>
              <a:rPr lang="en-US" dirty="0" err="1"/>
              <a:t>interpretation.Contextual</a:t>
            </a:r>
            <a:r>
              <a:rPr lang="en-US" dirty="0"/>
              <a:t> Understanding: Combining quantitative data with on-farm insights will enhance the accuracy and relevance of resource </a:t>
            </a:r>
            <a:r>
              <a:rPr lang="en-US" dirty="0" err="1"/>
              <a:t>assessments.Limitations:Scope</a:t>
            </a:r>
            <a:r>
              <a:rPr lang="en-US" dirty="0"/>
              <a:t> Restriction: The project does not include a full life cycle assessment (LCA) of the entire dairy operation due to time and resource </a:t>
            </a:r>
            <a:r>
              <a:rPr lang="en-US" dirty="0" err="1"/>
              <a:t>constraints.Focused</a:t>
            </a:r>
            <a:r>
              <a:rPr lang="en-US" dirty="0"/>
              <a:t> Assessment: The study concentrates on direct resource use within operational systems (lactating cows) to identify practical, implementable </a:t>
            </a:r>
            <a:r>
              <a:rPr lang="en-US" dirty="0" err="1"/>
              <a:t>improvements.Future</a:t>
            </a:r>
            <a:r>
              <a:rPr lang="en-US" dirty="0"/>
              <a:t> Expansion: A more detailed LCA—including dry cows, calves, and pasture—may be pursued in future </a:t>
            </a:r>
            <a:r>
              <a:rPr lang="en-US" dirty="0" err="1"/>
              <a:t>phases.Streamlined</a:t>
            </a:r>
            <a:r>
              <a:rPr lang="en-US" dirty="0"/>
              <a:t> Strategy: Targeting key intervention areas allows for quicker adoption of sustainability practices and immediate value to stakeholders.</a:t>
            </a:r>
          </a:p>
        </p:txBody>
      </p:sp>
      <p:sp>
        <p:nvSpPr>
          <p:cNvPr id="4" name="Slide Number Placeholder 3"/>
          <p:cNvSpPr>
            <a:spLocks noGrp="1"/>
          </p:cNvSpPr>
          <p:nvPr>
            <p:ph type="sldNum" sz="quarter" idx="5"/>
          </p:nvPr>
        </p:nvSpPr>
        <p:spPr/>
        <p:txBody>
          <a:bodyPr/>
          <a:lstStyle/>
          <a:p>
            <a:fld id="{057B6E4D-B2DA-4D71-A04F-71882A8A4708}" type="slidenum">
              <a:rPr lang="en-US" smtClean="0"/>
              <a:t>14</a:t>
            </a:fld>
            <a:endParaRPr lang="en-US"/>
          </a:p>
        </p:txBody>
      </p:sp>
    </p:spTree>
    <p:extLst>
      <p:ext uri="{BB962C8B-B14F-4D97-AF65-F5344CB8AC3E}">
        <p14:creationId xmlns:p14="http://schemas.microsoft.com/office/powerpoint/2010/main" val="8150368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7/2/2025</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8467385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7/2/2025</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7921180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7/2/2025</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929577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7/2/2025</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3404688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7/2/2025</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2707520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7/2/2025</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5337678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7/2/2025</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9684675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7/2/2025</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8717815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7/2/2025</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1567582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7/2/2025</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5491091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7/2/2025</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284361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7/2/2025</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96092787"/>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03" r:id="rId6"/>
    <p:sldLayoutId id="2147483699" r:id="rId7"/>
    <p:sldLayoutId id="2147483700" r:id="rId8"/>
    <p:sldLayoutId id="2147483701" r:id="rId9"/>
    <p:sldLayoutId id="2147483702" r:id="rId10"/>
    <p:sldLayoutId id="2147483704"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8.svg"/></Relationships>
</file>

<file path=ppt/slides/_rels/slide9.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image" Target="../media/image19.png"/><Relationship Id="rId7" Type="http://schemas.openxmlformats.org/officeDocument/2006/relationships/diagramQuickStyle" Target="../diagrams/quickStyle3.xm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diagramLayout" Target="../diagrams/layout3.xml"/><Relationship Id="rId5" Type="http://schemas.openxmlformats.org/officeDocument/2006/relationships/diagramData" Target="../diagrams/data3.xml"/><Relationship Id="rId4" Type="http://schemas.openxmlformats.org/officeDocument/2006/relationships/image" Target="../media/image20.svg"/><Relationship Id="rId9" Type="http://schemas.microsoft.com/office/2007/relationships/diagramDrawing" Target="../diagrams/drawing3.xml"/></Relationships>
</file>

<file path=ppt/slides/_rels/slide10.xml.rels><?xml version="1.0" encoding="UTF-8" standalone="yes"?>
<Relationships xmlns="http://schemas.openxmlformats.org/package/2006/relationships"><Relationship Id="rId2" Type="http://schemas.openxmlformats.org/officeDocument/2006/relationships/image" Target="../media/image31.tmp"/><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8BEC44CD-E290-4D60-A056-5BA05B182A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A blue abstract watercolor pattern on a white background">
            <a:extLst>
              <a:ext uri="{FF2B5EF4-FFF2-40B4-BE49-F238E27FC236}">
                <a16:creationId xmlns:a16="http://schemas.microsoft.com/office/drawing/2014/main" id="{00BA3F1C-9FE0-D924-314A-416AD9BEA4C3}"/>
              </a:ext>
            </a:extLst>
          </p:cNvPr>
          <p:cNvPicPr>
            <a:picLocks noChangeAspect="1"/>
          </p:cNvPicPr>
          <p:nvPr/>
        </p:nvPicPr>
        <p:blipFill>
          <a:blip r:embed="rId2">
            <a:alphaModFix amt="40000"/>
          </a:blip>
          <a:srcRect t="7865" b="7865"/>
          <a:stretch>
            <a:fillRect/>
          </a:stretch>
        </p:blipFill>
        <p:spPr>
          <a:xfrm>
            <a:off x="-2" y="-4"/>
            <a:ext cx="12192001" cy="6858001"/>
          </a:xfrm>
          <a:prstGeom prst="rect">
            <a:avLst/>
          </a:prstGeom>
        </p:spPr>
      </p:pic>
      <p:sp>
        <p:nvSpPr>
          <p:cNvPr id="2" name="Title 1">
            <a:extLst>
              <a:ext uri="{FF2B5EF4-FFF2-40B4-BE49-F238E27FC236}">
                <a16:creationId xmlns:a16="http://schemas.microsoft.com/office/drawing/2014/main" id="{FE4C3C84-9BC7-51B9-48DD-7A97FDB27EAD}"/>
              </a:ext>
            </a:extLst>
          </p:cNvPr>
          <p:cNvSpPr>
            <a:spLocks noGrp="1"/>
          </p:cNvSpPr>
          <p:nvPr>
            <p:ph type="ctrTitle"/>
          </p:nvPr>
        </p:nvSpPr>
        <p:spPr>
          <a:xfrm>
            <a:off x="517869" y="978408"/>
            <a:ext cx="11165481" cy="2450592"/>
          </a:xfrm>
        </p:spPr>
        <p:txBody>
          <a:bodyPr anchor="t">
            <a:normAutofit/>
          </a:bodyPr>
          <a:lstStyle/>
          <a:p>
            <a:pPr>
              <a:lnSpc>
                <a:spcPct val="90000"/>
              </a:lnSpc>
            </a:pPr>
            <a:r>
              <a:rPr lang="en-US" sz="4800" dirty="0">
                <a:solidFill>
                  <a:srgbClr val="FFFFFF"/>
                </a:solidFill>
              </a:rPr>
              <a:t>Evaluating resource efficiency in US dairy farms</a:t>
            </a:r>
          </a:p>
        </p:txBody>
      </p:sp>
      <p:sp>
        <p:nvSpPr>
          <p:cNvPr id="3" name="Subtitle 2">
            <a:extLst>
              <a:ext uri="{FF2B5EF4-FFF2-40B4-BE49-F238E27FC236}">
                <a16:creationId xmlns:a16="http://schemas.microsoft.com/office/drawing/2014/main" id="{056FAD50-563A-8E71-A7A6-F3DB9112736F}"/>
              </a:ext>
            </a:extLst>
          </p:cNvPr>
          <p:cNvSpPr>
            <a:spLocks noGrp="1"/>
          </p:cNvSpPr>
          <p:nvPr>
            <p:ph type="subTitle" idx="1"/>
          </p:nvPr>
        </p:nvSpPr>
        <p:spPr>
          <a:xfrm>
            <a:off x="6642566" y="4292138"/>
            <a:ext cx="5040785" cy="1828799"/>
          </a:xfrm>
        </p:spPr>
        <p:txBody>
          <a:bodyPr anchor="b">
            <a:normAutofit/>
          </a:bodyPr>
          <a:lstStyle/>
          <a:p>
            <a:pPr>
              <a:lnSpc>
                <a:spcPct val="100000"/>
              </a:lnSpc>
              <a:spcBef>
                <a:spcPts val="0"/>
              </a:spcBef>
            </a:pPr>
            <a:r>
              <a:rPr lang="en-US" sz="2400" dirty="0">
                <a:solidFill>
                  <a:srgbClr val="FFFFFF"/>
                </a:solidFill>
              </a:rPr>
              <a:t>Aparna</a:t>
            </a:r>
          </a:p>
          <a:p>
            <a:pPr>
              <a:lnSpc>
                <a:spcPct val="100000"/>
              </a:lnSpc>
              <a:spcBef>
                <a:spcPts val="0"/>
              </a:spcBef>
            </a:pPr>
            <a:r>
              <a:rPr lang="en-US" sz="2400" dirty="0">
                <a:solidFill>
                  <a:srgbClr val="FFFFFF"/>
                </a:solidFill>
              </a:rPr>
              <a:t>Doctoral student</a:t>
            </a:r>
          </a:p>
          <a:p>
            <a:pPr>
              <a:lnSpc>
                <a:spcPct val="100000"/>
              </a:lnSpc>
              <a:spcBef>
                <a:spcPts val="0"/>
              </a:spcBef>
            </a:pPr>
            <a:r>
              <a:rPr lang="en-US" sz="2400" dirty="0">
                <a:solidFill>
                  <a:srgbClr val="FFFFFF"/>
                </a:solidFill>
              </a:rPr>
              <a:t>Texas A&amp;M university</a:t>
            </a:r>
          </a:p>
        </p:txBody>
      </p:sp>
      <p:sp>
        <p:nvSpPr>
          <p:cNvPr id="20" name="Rectangle 19">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F1189494-2B67-46D2-93D6-A122A09BF6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2168" y="6209925"/>
            <a:ext cx="5021183" cy="4571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3775563"/>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9C9519E-B1C2-0BE2-0AB4-2379D496774E}"/>
              </a:ext>
            </a:extLst>
          </p:cNvPr>
          <p:cNvSpPr txBox="1"/>
          <p:nvPr/>
        </p:nvSpPr>
        <p:spPr>
          <a:xfrm>
            <a:off x="366522" y="349758"/>
            <a:ext cx="7525512" cy="861774"/>
          </a:xfrm>
          <a:prstGeom prst="rect">
            <a:avLst/>
          </a:prstGeom>
          <a:noFill/>
        </p:spPr>
        <p:txBody>
          <a:bodyPr wrap="square" rtlCol="0">
            <a:spAutoFit/>
          </a:bodyPr>
          <a:lstStyle/>
          <a:p>
            <a:r>
              <a:rPr lang="en-US" sz="3200" b="1" u="sng" dirty="0"/>
              <a:t>Background</a:t>
            </a:r>
          </a:p>
          <a:p>
            <a:endParaRPr lang="en-US" dirty="0"/>
          </a:p>
        </p:txBody>
      </p:sp>
      <p:sp>
        <p:nvSpPr>
          <p:cNvPr id="4" name="TextBox 3">
            <a:extLst>
              <a:ext uri="{FF2B5EF4-FFF2-40B4-BE49-F238E27FC236}">
                <a16:creationId xmlns:a16="http://schemas.microsoft.com/office/drawing/2014/main" id="{170801F7-2A30-F47B-98A1-723E247A6704}"/>
              </a:ext>
            </a:extLst>
          </p:cNvPr>
          <p:cNvSpPr txBox="1"/>
          <p:nvPr/>
        </p:nvSpPr>
        <p:spPr>
          <a:xfrm>
            <a:off x="438912" y="1211532"/>
            <a:ext cx="9454896" cy="4419480"/>
          </a:xfrm>
          <a:prstGeom prst="rect">
            <a:avLst/>
          </a:prstGeom>
          <a:noFill/>
        </p:spPr>
        <p:txBody>
          <a:bodyPr wrap="square">
            <a:spAutoFit/>
          </a:bodyPr>
          <a:lstStyle/>
          <a:p>
            <a:pPr marL="285750" indent="-285750">
              <a:lnSpc>
                <a:spcPct val="200000"/>
              </a:lnSpc>
              <a:buFont typeface="Arial" panose="020B0604020202020204" pitchFamily="34" charset="0"/>
              <a:buChar char="•"/>
            </a:pPr>
            <a:r>
              <a:rPr lang="en-US" sz="2400" dirty="0"/>
              <a:t>Urgent Resource Challenges in Texas Dairy Farming</a:t>
            </a:r>
          </a:p>
          <a:p>
            <a:pPr marL="285750" indent="-285750">
              <a:lnSpc>
                <a:spcPct val="200000"/>
              </a:lnSpc>
              <a:buFont typeface="Arial" panose="020B0604020202020204" pitchFamily="34" charset="0"/>
              <a:buChar char="•"/>
            </a:pPr>
            <a:r>
              <a:rPr lang="en-US" sz="2400" dirty="0"/>
              <a:t>Broader Significance: Climate-Smart Dairy Production</a:t>
            </a:r>
          </a:p>
          <a:p>
            <a:pPr marL="285750" indent="-285750">
              <a:lnSpc>
                <a:spcPct val="200000"/>
              </a:lnSpc>
              <a:buFont typeface="Arial" panose="020B0604020202020204" pitchFamily="34" charset="0"/>
              <a:buChar char="•"/>
            </a:pPr>
            <a:r>
              <a:rPr lang="en-US" sz="2400" dirty="0"/>
              <a:t>Precision Dairy Technologies: Opportunities and Adoption Barriers</a:t>
            </a:r>
          </a:p>
          <a:p>
            <a:pPr marL="285750" indent="-285750">
              <a:lnSpc>
                <a:spcPct val="200000"/>
              </a:lnSpc>
              <a:buFont typeface="Arial" panose="020B0604020202020204" pitchFamily="34" charset="0"/>
              <a:buChar char="•"/>
            </a:pPr>
            <a:r>
              <a:rPr lang="en-US" sz="2400" dirty="0"/>
              <a:t>Energy Use Hotspots on Dairy Farms</a:t>
            </a:r>
          </a:p>
          <a:p>
            <a:pPr marL="285750" indent="-285750">
              <a:lnSpc>
                <a:spcPct val="200000"/>
              </a:lnSpc>
              <a:buFont typeface="Arial" panose="020B0604020202020204" pitchFamily="34" charset="0"/>
              <a:buChar char="•"/>
            </a:pPr>
            <a:r>
              <a:rPr lang="en-US" sz="2400" dirty="0"/>
              <a:t>Water Use Patterns and Optimization Potential</a:t>
            </a:r>
          </a:p>
          <a:p>
            <a:pPr marL="285750" indent="-285750">
              <a:lnSpc>
                <a:spcPct val="200000"/>
              </a:lnSpc>
              <a:buFont typeface="Arial" panose="020B0604020202020204" pitchFamily="34" charset="0"/>
              <a:buChar char="•"/>
            </a:pPr>
            <a:r>
              <a:rPr lang="en-US" sz="2400" dirty="0"/>
              <a:t>Integrating the WEF Nexus for Holistic Sustainability</a:t>
            </a:r>
          </a:p>
        </p:txBody>
      </p:sp>
    </p:spTree>
    <p:extLst>
      <p:ext uri="{BB962C8B-B14F-4D97-AF65-F5344CB8AC3E}">
        <p14:creationId xmlns:p14="http://schemas.microsoft.com/office/powerpoint/2010/main" val="25167804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Rectangle 12">
            <a:extLst>
              <a:ext uri="{FF2B5EF4-FFF2-40B4-BE49-F238E27FC236}">
                <a16:creationId xmlns:a16="http://schemas.microsoft.com/office/drawing/2014/main" id="{E8BAA160-18A6-38AE-4699-2AD01EF53C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817D949E-564D-4503-A64E-D22FA3232C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92BE0106-0C20-465B-A1BE-0BAC2737B1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403250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51808AB-2943-464C-A710-F2A18D8693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65776" y="6300216"/>
            <a:ext cx="6620256"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TextBox 4">
            <a:extLst>
              <a:ext uri="{FF2B5EF4-FFF2-40B4-BE49-F238E27FC236}">
                <a16:creationId xmlns:a16="http://schemas.microsoft.com/office/drawing/2014/main" id="{29E0C729-3CCA-49DC-F0F2-11C26495FFEA}"/>
              </a:ext>
            </a:extLst>
          </p:cNvPr>
          <p:cNvGraphicFramePr/>
          <p:nvPr>
            <p:extLst>
              <p:ext uri="{D42A27DB-BD31-4B8C-83A1-F6EECF244321}">
                <p14:modId xmlns:p14="http://schemas.microsoft.com/office/powerpoint/2010/main" val="2441851697"/>
              </p:ext>
            </p:extLst>
          </p:nvPr>
        </p:nvGraphicFramePr>
        <p:xfrm>
          <a:off x="104775" y="73152"/>
          <a:ext cx="11809857" cy="72929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a:extLst>
              <a:ext uri="{FF2B5EF4-FFF2-40B4-BE49-F238E27FC236}">
                <a16:creationId xmlns:a16="http://schemas.microsoft.com/office/drawing/2014/main" id="{722DE3F7-9810-4357-4A9B-FEA82E6183B5}"/>
              </a:ext>
            </a:extLst>
          </p:cNvPr>
          <p:cNvSpPr txBox="1"/>
          <p:nvPr/>
        </p:nvSpPr>
        <p:spPr>
          <a:xfrm>
            <a:off x="4455124" y="866775"/>
            <a:ext cx="3831626" cy="584775"/>
          </a:xfrm>
          <a:prstGeom prst="rect">
            <a:avLst/>
          </a:prstGeom>
          <a:noFill/>
        </p:spPr>
        <p:txBody>
          <a:bodyPr wrap="square" rtlCol="0">
            <a:spAutoFit/>
          </a:bodyPr>
          <a:lstStyle/>
          <a:p>
            <a:r>
              <a:rPr lang="en-US" sz="3200" b="1" u="sng" dirty="0">
                <a:solidFill>
                  <a:srgbClr val="FF5050"/>
                </a:solidFill>
              </a:rPr>
              <a:t>RESEARCH GAP</a:t>
            </a:r>
          </a:p>
        </p:txBody>
      </p:sp>
    </p:spTree>
    <p:extLst>
      <p:ext uri="{BB962C8B-B14F-4D97-AF65-F5344CB8AC3E}">
        <p14:creationId xmlns:p14="http://schemas.microsoft.com/office/powerpoint/2010/main" val="8456100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0EC38958-9A69-239A-BA79-2AEC73345F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Graphic 6" descr="Farm scene">
            <a:extLst>
              <a:ext uri="{FF2B5EF4-FFF2-40B4-BE49-F238E27FC236}">
                <a16:creationId xmlns:a16="http://schemas.microsoft.com/office/drawing/2014/main" id="{8C41DE43-2CCF-8EB8-7225-4A8BA4BC922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17868" y="1685925"/>
            <a:ext cx="4221036" cy="4221036"/>
          </a:xfrm>
          <a:prstGeom prst="rect">
            <a:avLst/>
          </a:prstGeom>
        </p:spPr>
      </p:pic>
      <p:sp>
        <p:nvSpPr>
          <p:cNvPr id="14" name="Freeform: Shape 13">
            <a:extLst>
              <a:ext uri="{FF2B5EF4-FFF2-40B4-BE49-F238E27FC236}">
                <a16:creationId xmlns:a16="http://schemas.microsoft.com/office/drawing/2014/main" id="{6EC109E5-0396-8968-4F42-DFEC280363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58484" y="508090"/>
            <a:ext cx="5513832" cy="149279"/>
          </a:xfrm>
          <a:custGeom>
            <a:avLst/>
            <a:gdLst>
              <a:gd name="connsiteX0" fmla="*/ 0 w 6090847"/>
              <a:gd name="connsiteY0" fmla="*/ 0 h 149279"/>
              <a:gd name="connsiteX1" fmla="*/ 6090847 w 6090847"/>
              <a:gd name="connsiteY1" fmla="*/ 0 h 149279"/>
              <a:gd name="connsiteX2" fmla="*/ 6090847 w 6090847"/>
              <a:gd name="connsiteY2" fmla="*/ 149279 h 149279"/>
              <a:gd name="connsiteX3" fmla="*/ 0 w 6090847"/>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6090847" h="149279">
                <a:moveTo>
                  <a:pt x="0" y="0"/>
                </a:moveTo>
                <a:lnTo>
                  <a:pt x="6090847" y="0"/>
                </a:lnTo>
                <a:lnTo>
                  <a:pt x="6090847"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extBox 2">
            <a:extLst>
              <a:ext uri="{FF2B5EF4-FFF2-40B4-BE49-F238E27FC236}">
                <a16:creationId xmlns:a16="http://schemas.microsoft.com/office/drawing/2014/main" id="{242E9F74-2821-8845-F544-9D923BCC1D91}"/>
              </a:ext>
            </a:extLst>
          </p:cNvPr>
          <p:cNvSpPr txBox="1"/>
          <p:nvPr/>
        </p:nvSpPr>
        <p:spPr>
          <a:xfrm>
            <a:off x="4324350" y="949757"/>
            <a:ext cx="7526275" cy="5177858"/>
          </a:xfrm>
          <a:prstGeom prst="rect">
            <a:avLst/>
          </a:prstGeom>
        </p:spPr>
        <p:txBody>
          <a:bodyPr vert="horz" lIns="91440" tIns="45720" rIns="91440" bIns="45720" rtlCol="0">
            <a:normAutofit/>
          </a:bodyPr>
          <a:lstStyle/>
          <a:p>
            <a:pPr marL="285750" indent="-228600" algn="just">
              <a:lnSpc>
                <a:spcPct val="150000"/>
              </a:lnSpc>
              <a:spcAft>
                <a:spcPts val="600"/>
              </a:spcAft>
              <a:buFont typeface="Arial" panose="020B0604020202020204" pitchFamily="34" charset="0"/>
              <a:buChar char="•"/>
            </a:pPr>
            <a:r>
              <a:rPr lang="en-US" sz="2400" dirty="0"/>
              <a:t>Evaluate direct electricity consumption in low-tech, and high-tech dairy farms</a:t>
            </a:r>
          </a:p>
          <a:p>
            <a:pPr marL="285750" indent="-228600" algn="just">
              <a:lnSpc>
                <a:spcPct val="150000"/>
              </a:lnSpc>
              <a:spcAft>
                <a:spcPts val="600"/>
              </a:spcAft>
              <a:buFont typeface="Arial" panose="020B0604020202020204" pitchFamily="34" charset="0"/>
              <a:buChar char="•"/>
            </a:pPr>
            <a:r>
              <a:rPr lang="en-US" sz="2400" dirty="0"/>
              <a:t> Analyze direct water use in low-tech, and high-tech dairy farms</a:t>
            </a:r>
          </a:p>
          <a:p>
            <a:pPr marL="285750" indent="-228600" algn="just">
              <a:lnSpc>
                <a:spcPct val="150000"/>
              </a:lnSpc>
              <a:spcAft>
                <a:spcPts val="600"/>
              </a:spcAft>
              <a:buFont typeface="Arial" panose="020B0604020202020204" pitchFamily="34" charset="0"/>
              <a:buChar char="•"/>
            </a:pPr>
            <a:r>
              <a:rPr lang="en-US" sz="2400" dirty="0"/>
              <a:t> Develop a Water-Energy-Food-Nexus model specific to the Texan dairy management system with varying levels of technology integration for decision-making for farm resource optimization using visualization tools.</a:t>
            </a:r>
          </a:p>
        </p:txBody>
      </p:sp>
      <p:sp>
        <p:nvSpPr>
          <p:cNvPr id="4" name="TextBox 3">
            <a:extLst>
              <a:ext uri="{FF2B5EF4-FFF2-40B4-BE49-F238E27FC236}">
                <a16:creationId xmlns:a16="http://schemas.microsoft.com/office/drawing/2014/main" id="{97AD14C2-0C8F-B415-8A63-0BEEB224DEEE}"/>
              </a:ext>
            </a:extLst>
          </p:cNvPr>
          <p:cNvSpPr txBox="1"/>
          <p:nvPr/>
        </p:nvSpPr>
        <p:spPr>
          <a:xfrm>
            <a:off x="516636" y="215702"/>
            <a:ext cx="3465576" cy="584775"/>
          </a:xfrm>
          <a:prstGeom prst="rect">
            <a:avLst/>
          </a:prstGeom>
          <a:noFill/>
        </p:spPr>
        <p:txBody>
          <a:bodyPr wrap="square" rtlCol="0">
            <a:spAutoFit/>
          </a:bodyPr>
          <a:lstStyle/>
          <a:p>
            <a:r>
              <a:rPr lang="en-US" sz="3200" b="1" u="sng" dirty="0"/>
              <a:t>OBJECTIVES</a:t>
            </a:r>
          </a:p>
        </p:txBody>
      </p:sp>
    </p:spTree>
    <p:extLst>
      <p:ext uri="{BB962C8B-B14F-4D97-AF65-F5344CB8AC3E}">
        <p14:creationId xmlns:p14="http://schemas.microsoft.com/office/powerpoint/2010/main" val="29042817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71759B2-CB36-193C-22DB-371732FA39F6}"/>
              </a:ext>
            </a:extLst>
          </p:cNvPr>
          <p:cNvSpPr txBox="1"/>
          <p:nvPr/>
        </p:nvSpPr>
        <p:spPr>
          <a:xfrm>
            <a:off x="722376" y="722376"/>
            <a:ext cx="8531352" cy="369332"/>
          </a:xfrm>
          <a:prstGeom prst="rect">
            <a:avLst/>
          </a:prstGeom>
          <a:noFill/>
        </p:spPr>
        <p:txBody>
          <a:bodyPr wrap="square" rtlCol="0">
            <a:spAutoFit/>
          </a:bodyPr>
          <a:lstStyle/>
          <a:p>
            <a:r>
              <a:rPr lang="en-US" dirty="0"/>
              <a:t> </a:t>
            </a:r>
          </a:p>
        </p:txBody>
      </p:sp>
      <p:sp>
        <p:nvSpPr>
          <p:cNvPr id="2" name="TextBox 1">
            <a:extLst>
              <a:ext uri="{FF2B5EF4-FFF2-40B4-BE49-F238E27FC236}">
                <a16:creationId xmlns:a16="http://schemas.microsoft.com/office/drawing/2014/main" id="{931F1030-E52E-5E5A-B48E-2600C72E711B}"/>
              </a:ext>
            </a:extLst>
          </p:cNvPr>
          <p:cNvSpPr txBox="1"/>
          <p:nvPr/>
        </p:nvSpPr>
        <p:spPr>
          <a:xfrm>
            <a:off x="417576" y="291004"/>
            <a:ext cx="10799064" cy="5032981"/>
          </a:xfrm>
          <a:prstGeom prst="rect">
            <a:avLst/>
          </a:prstGeom>
          <a:noFill/>
        </p:spPr>
        <p:txBody>
          <a:bodyPr wrap="square" rtlCol="0">
            <a:spAutoFit/>
          </a:bodyPr>
          <a:lstStyle/>
          <a:p>
            <a:r>
              <a:rPr lang="en-US" sz="3200" b="1" u="sng" dirty="0"/>
              <a:t>Materials and methods</a:t>
            </a:r>
          </a:p>
          <a:p>
            <a:pPr marL="457200" indent="-457200">
              <a:lnSpc>
                <a:spcPct val="200000"/>
              </a:lnSpc>
              <a:buAutoNum type="alphaLcParenR"/>
            </a:pPr>
            <a:r>
              <a:rPr lang="en-US" sz="2800" dirty="0"/>
              <a:t>Farm selection</a:t>
            </a:r>
          </a:p>
          <a:p>
            <a:pPr marL="342900" indent="-342900">
              <a:lnSpc>
                <a:spcPct val="200000"/>
              </a:lnSpc>
              <a:buFont typeface="Arial" panose="020B0604020202020204" pitchFamily="34" charset="0"/>
              <a:buChar char="•"/>
            </a:pPr>
            <a:r>
              <a:rPr lang="en-US" sz="2400" dirty="0"/>
              <a:t> 4 dairy farms (</a:t>
            </a:r>
            <a:r>
              <a:rPr lang="en-US" sz="2400" dirty="0" err="1"/>
              <a:t>Dubblin</a:t>
            </a:r>
            <a:r>
              <a:rPr lang="en-US" sz="2400" dirty="0"/>
              <a:t> and Lubbock)</a:t>
            </a:r>
          </a:p>
          <a:p>
            <a:pPr marL="342900" indent="-342900">
              <a:lnSpc>
                <a:spcPct val="200000"/>
              </a:lnSpc>
              <a:buFont typeface="Arial" panose="020B0604020202020204" pitchFamily="34" charset="0"/>
              <a:buChar char="•"/>
            </a:pPr>
            <a:r>
              <a:rPr lang="en-US" sz="2400" dirty="0"/>
              <a:t>Technology categories: Low tech and High tech</a:t>
            </a:r>
          </a:p>
          <a:p>
            <a:pPr marL="342900" indent="-342900">
              <a:lnSpc>
                <a:spcPct val="200000"/>
              </a:lnSpc>
              <a:buFont typeface="Arial" panose="020B0604020202020204" pitchFamily="34" charset="0"/>
              <a:buChar char="•"/>
            </a:pPr>
            <a:r>
              <a:rPr lang="en-US" sz="2400" dirty="0"/>
              <a:t>Data collection: 2 years</a:t>
            </a:r>
          </a:p>
          <a:p>
            <a:pPr marL="342900" indent="-342900">
              <a:lnSpc>
                <a:spcPct val="200000"/>
              </a:lnSpc>
              <a:buFont typeface="Arial" panose="020B0604020202020204" pitchFamily="34" charset="0"/>
              <a:buChar char="•"/>
            </a:pPr>
            <a:r>
              <a:rPr lang="en-US" sz="2400" dirty="0"/>
              <a:t>HOBO data loggers: THI</a:t>
            </a:r>
          </a:p>
          <a:p>
            <a:pPr marL="342900" indent="-342900">
              <a:lnSpc>
                <a:spcPct val="200000"/>
              </a:lnSpc>
              <a:buFont typeface="Arial" panose="020B0604020202020204" pitchFamily="34" charset="0"/>
              <a:buChar char="•"/>
            </a:pPr>
            <a:r>
              <a:rPr lang="sv-SE" sz="2400" dirty="0"/>
              <a:t> </a:t>
            </a:r>
            <a:r>
              <a:rPr lang="en-US" sz="2400" dirty="0" err="1"/>
              <a:t>THIavg</a:t>
            </a:r>
            <a:r>
              <a:rPr lang="en-US" sz="2400" dirty="0"/>
              <a:t> = </a:t>
            </a:r>
            <a:r>
              <a:rPr lang="sv-SE" sz="2400" dirty="0"/>
              <a:t>(1.8 ×Ta+32)-(0.55−0.0055×RH)×(1.8×Ta-26)</a:t>
            </a:r>
            <a:endParaRPr lang="en-US" sz="2400" dirty="0"/>
          </a:p>
        </p:txBody>
      </p:sp>
    </p:spTree>
    <p:extLst>
      <p:ext uri="{BB962C8B-B14F-4D97-AF65-F5344CB8AC3E}">
        <p14:creationId xmlns:p14="http://schemas.microsoft.com/office/powerpoint/2010/main" val="2239509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3000"/>
            <a:lum/>
          </a:blip>
          <a:srcRect/>
          <a:stretch>
            <a:fillRect l="-12000" r="-12000"/>
          </a:stretch>
        </a:blipFill>
        <a:effectLst/>
      </p:bgPr>
    </p:bg>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36" name="Rectangle 35">
            <a:extLst>
              <a:ext uri="{FF2B5EF4-FFF2-40B4-BE49-F238E27FC236}">
                <a16:creationId xmlns:a16="http://schemas.microsoft.com/office/drawing/2014/main" id="{175EAFFD-4A47-DD53-4F76-BD457E18BF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3" name="TextBox 2">
            <a:extLst>
              <a:ext uri="{FF2B5EF4-FFF2-40B4-BE49-F238E27FC236}">
                <a16:creationId xmlns:a16="http://schemas.microsoft.com/office/drawing/2014/main" id="{A98F8D5C-3542-6D45-EA1B-F4D255DAB94C}"/>
              </a:ext>
            </a:extLst>
          </p:cNvPr>
          <p:cNvSpPr txBox="1"/>
          <p:nvPr/>
        </p:nvSpPr>
        <p:spPr>
          <a:xfrm>
            <a:off x="429379" y="97262"/>
            <a:ext cx="8848934" cy="970935"/>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2800" b="1" kern="1200" dirty="0">
                <a:solidFill>
                  <a:schemeClr val="tx1"/>
                </a:solidFill>
                <a:latin typeface="+mj-lt"/>
                <a:ea typeface="+mj-ea"/>
                <a:cs typeface="+mj-cs"/>
              </a:rPr>
              <a:t>b)Direct electricity use monitoring</a:t>
            </a:r>
          </a:p>
        </p:txBody>
      </p:sp>
      <p:sp>
        <p:nvSpPr>
          <p:cNvPr id="38" name="Freeform: Shape 37">
            <a:extLst>
              <a:ext uri="{FF2B5EF4-FFF2-40B4-BE49-F238E27FC236}">
                <a16:creationId xmlns:a16="http://schemas.microsoft.com/office/drawing/2014/main" id="{7CC1FECC-9CA4-341C-7E20-4728C51473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6" name="TextBox 5">
            <a:extLst>
              <a:ext uri="{FF2B5EF4-FFF2-40B4-BE49-F238E27FC236}">
                <a16:creationId xmlns:a16="http://schemas.microsoft.com/office/drawing/2014/main" id="{5F7E8CAF-3712-1A6B-DCB3-657C758398D6}"/>
              </a:ext>
            </a:extLst>
          </p:cNvPr>
          <p:cNvSpPr txBox="1"/>
          <p:nvPr/>
        </p:nvSpPr>
        <p:spPr>
          <a:xfrm>
            <a:off x="429379" y="1165459"/>
            <a:ext cx="11054699" cy="5462660"/>
          </a:xfrm>
          <a:prstGeom prst="rect">
            <a:avLst/>
          </a:prstGeom>
        </p:spPr>
        <p:txBody>
          <a:bodyPr vert="horz" lIns="91440" tIns="45720" rIns="91440" bIns="45720" rtlCol="0">
            <a:normAutofit/>
          </a:bodyPr>
          <a:lstStyle/>
          <a:p>
            <a:pPr marL="285750" indent="-228600">
              <a:spcAft>
                <a:spcPts val="600"/>
              </a:spcAft>
              <a:buFont typeface="Arial" panose="020B0604020202020204" pitchFamily="34" charset="0"/>
              <a:buChar char="•"/>
            </a:pPr>
            <a:r>
              <a:rPr lang="en-US" sz="2200" dirty="0"/>
              <a:t>Identify relevant direct electricity use points to monitor</a:t>
            </a:r>
          </a:p>
          <a:p>
            <a:pPr marL="285750" indent="-228600">
              <a:spcAft>
                <a:spcPts val="600"/>
              </a:spcAft>
              <a:buFont typeface="Arial" panose="020B0604020202020204" pitchFamily="34" charset="0"/>
              <a:buChar char="•"/>
            </a:pPr>
            <a:r>
              <a:rPr lang="en-US" sz="2200" dirty="0"/>
              <a:t>Install an electricity monitoring system</a:t>
            </a:r>
          </a:p>
          <a:p>
            <a:pPr marL="285750" indent="-228600">
              <a:spcAft>
                <a:spcPts val="600"/>
              </a:spcAft>
              <a:buFont typeface="Arial" panose="020B0604020202020204" pitchFamily="34" charset="0"/>
              <a:buChar char="•"/>
            </a:pPr>
            <a:r>
              <a:rPr lang="en-US" sz="2200" dirty="0"/>
              <a:t>Milk harvesting systems, milk cooling systems (refrigeration), cleaning and sanitization processes, automation and control systems, and cow cooling systems. milk harvesting (vacuum pumps), water heating, water pumping, lighting</a:t>
            </a:r>
          </a:p>
          <a:p>
            <a:pPr marL="285750" indent="-228600">
              <a:spcAft>
                <a:spcPts val="600"/>
              </a:spcAft>
              <a:buFont typeface="Arial" panose="020B0604020202020204" pitchFamily="34" charset="0"/>
              <a:buChar char="•"/>
            </a:pPr>
            <a:r>
              <a:rPr lang="en-US" sz="2200" dirty="0"/>
              <a:t>Data loggers (</a:t>
            </a:r>
            <a:r>
              <a:rPr lang="en-US" sz="2200" dirty="0" err="1"/>
              <a:t>eGauge</a:t>
            </a:r>
            <a:r>
              <a:rPr lang="en-US" sz="2200" dirty="0"/>
              <a:t> pro®), sensors, stored: data logger (EG4015)</a:t>
            </a:r>
          </a:p>
          <a:p>
            <a:pPr marL="285750" indent="-228600">
              <a:spcAft>
                <a:spcPts val="600"/>
              </a:spcAft>
              <a:buFont typeface="Arial" panose="020B0604020202020204" pitchFamily="34" charset="0"/>
              <a:buChar char="•"/>
            </a:pPr>
            <a:r>
              <a:rPr lang="en-US" sz="2200" dirty="0"/>
              <a:t>Energy consumption  (kWh) - calculated based on how much power is directly used for producing milk</a:t>
            </a:r>
          </a:p>
          <a:p>
            <a:pPr marL="285750" indent="-228600">
              <a:spcAft>
                <a:spcPts val="600"/>
              </a:spcAft>
              <a:buFont typeface="Arial" panose="020B0604020202020204" pitchFamily="34" charset="0"/>
              <a:buChar char="•"/>
            </a:pPr>
            <a:r>
              <a:rPr lang="en-US" sz="2200" dirty="0"/>
              <a:t>Dynamics of electricity consumption: Seasonal Trend Decomposition using LOESS (STL)</a:t>
            </a:r>
          </a:p>
          <a:p>
            <a:pPr marL="285750" indent="-228600">
              <a:spcAft>
                <a:spcPts val="600"/>
              </a:spcAft>
              <a:buFont typeface="Arial" panose="020B0604020202020204" pitchFamily="34" charset="0"/>
              <a:buChar char="•"/>
            </a:pPr>
            <a:r>
              <a:rPr lang="en-US" sz="2200" dirty="0"/>
              <a:t>Machine Learning algorithms such as Autoregressive Integrated Moving Average (ARIMA) or Long Short-Term Memory (LSTM) </a:t>
            </a:r>
          </a:p>
          <a:p>
            <a:pPr marL="285750" indent="-228600">
              <a:spcAft>
                <a:spcPts val="600"/>
              </a:spcAft>
              <a:buFont typeface="Arial" panose="020B0604020202020204" pitchFamily="34" charset="0"/>
              <a:buChar char="•"/>
            </a:pPr>
            <a:r>
              <a:rPr lang="en-US" sz="2200" dirty="0"/>
              <a:t>Understand the hotspots of electricity use : clustering algorithms such as K-Means or DBSCAN</a:t>
            </a:r>
          </a:p>
          <a:p>
            <a:pPr indent="-228600">
              <a:spcAft>
                <a:spcPts val="600"/>
              </a:spcAft>
              <a:buFont typeface="Arial" panose="020B0604020202020204" pitchFamily="34" charset="0"/>
              <a:buChar char="•"/>
            </a:pPr>
            <a:endParaRPr lang="en-US" sz="700" dirty="0"/>
          </a:p>
        </p:txBody>
      </p:sp>
    </p:spTree>
    <p:extLst>
      <p:ext uri="{BB962C8B-B14F-4D97-AF65-F5344CB8AC3E}">
        <p14:creationId xmlns:p14="http://schemas.microsoft.com/office/powerpoint/2010/main" val="37406507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2" name="Freeform: Shape 41">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Rectangle 43">
            <a:extLst>
              <a:ext uri="{FF2B5EF4-FFF2-40B4-BE49-F238E27FC236}">
                <a16:creationId xmlns:a16="http://schemas.microsoft.com/office/drawing/2014/main" id="{E8BAA160-18A6-38AE-4699-2AD01EF53C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6" name="Rectangle 45">
            <a:extLst>
              <a:ext uri="{FF2B5EF4-FFF2-40B4-BE49-F238E27FC236}">
                <a16:creationId xmlns:a16="http://schemas.microsoft.com/office/drawing/2014/main" id="{04213918-F1EB-4BCE-BE23-F5E9851EE0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Rectangle 47">
            <a:extLst>
              <a:ext uri="{FF2B5EF4-FFF2-40B4-BE49-F238E27FC236}">
                <a16:creationId xmlns:a16="http://schemas.microsoft.com/office/drawing/2014/main" id="{2062E862-C7F7-4CA1-B929-D0B75F5E9F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8" name="TextBox 2">
            <a:extLst>
              <a:ext uri="{FF2B5EF4-FFF2-40B4-BE49-F238E27FC236}">
                <a16:creationId xmlns:a16="http://schemas.microsoft.com/office/drawing/2014/main" id="{904BA657-26F1-0E18-7DD4-261A64A066BB}"/>
              </a:ext>
            </a:extLst>
          </p:cNvPr>
          <p:cNvGraphicFramePr/>
          <p:nvPr>
            <p:extLst>
              <p:ext uri="{D42A27DB-BD31-4B8C-83A1-F6EECF244321}">
                <p14:modId xmlns:p14="http://schemas.microsoft.com/office/powerpoint/2010/main" val="3590930646"/>
              </p:ext>
            </p:extLst>
          </p:nvPr>
        </p:nvGraphicFramePr>
        <p:xfrm>
          <a:off x="349141" y="657369"/>
          <a:ext cx="11490669" cy="59922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723971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Freeform: Shape 24">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27" name="Rectangle 26">
            <a:extLst>
              <a:ext uri="{FF2B5EF4-FFF2-40B4-BE49-F238E27FC236}">
                <a16:creationId xmlns:a16="http://schemas.microsoft.com/office/drawing/2014/main" id="{9E10BDB4-64F2-477D-A03B-9F8352D5E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7271C494-8107-3D61-D611-4FBC7C22A2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13612" y="611650"/>
            <a:ext cx="416052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22" name="Graphic 21" descr="Gears">
            <a:extLst>
              <a:ext uri="{FF2B5EF4-FFF2-40B4-BE49-F238E27FC236}">
                <a16:creationId xmlns:a16="http://schemas.microsoft.com/office/drawing/2014/main" id="{6E3A7CAB-4D98-B929-FAB6-DC4A68E44CF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909267" y="1239555"/>
            <a:ext cx="3916313" cy="3916313"/>
          </a:xfrm>
          <a:prstGeom prst="rect">
            <a:avLst/>
          </a:prstGeom>
        </p:spPr>
      </p:pic>
      <p:sp>
        <p:nvSpPr>
          <p:cNvPr id="3" name="TextBox 2">
            <a:extLst>
              <a:ext uri="{FF2B5EF4-FFF2-40B4-BE49-F238E27FC236}">
                <a16:creationId xmlns:a16="http://schemas.microsoft.com/office/drawing/2014/main" id="{DBB106FD-DC96-7D42-0530-43DDBE51AA39}"/>
              </a:ext>
            </a:extLst>
          </p:cNvPr>
          <p:cNvSpPr txBox="1"/>
          <p:nvPr/>
        </p:nvSpPr>
        <p:spPr>
          <a:xfrm>
            <a:off x="1306286" y="1088136"/>
            <a:ext cx="10361458" cy="5257800"/>
          </a:xfrm>
          <a:prstGeom prst="rect">
            <a:avLst/>
          </a:prstGeom>
        </p:spPr>
        <p:txBody>
          <a:bodyPr vert="horz" lIns="91440" tIns="45720" rIns="91440" bIns="45720" rtlCol="0">
            <a:normAutofit/>
          </a:bodyPr>
          <a:lstStyle/>
          <a:p>
            <a:pPr>
              <a:lnSpc>
                <a:spcPct val="110000"/>
              </a:lnSpc>
              <a:spcBef>
                <a:spcPct val="0"/>
              </a:spcBef>
              <a:spcAft>
                <a:spcPts val="600"/>
              </a:spcAft>
            </a:pPr>
            <a:r>
              <a:rPr lang="en-US" sz="2800" b="1" dirty="0"/>
              <a:t>d) Making decision tool for resource optimization</a:t>
            </a:r>
          </a:p>
          <a:p>
            <a:pPr marL="457200" indent="-228600">
              <a:lnSpc>
                <a:spcPct val="150000"/>
              </a:lnSpc>
              <a:spcBef>
                <a:spcPct val="0"/>
              </a:spcBef>
              <a:spcAft>
                <a:spcPts val="600"/>
              </a:spcAft>
              <a:buFont typeface="Arial" panose="020B0604020202020204" pitchFamily="34" charset="0"/>
              <a:buChar char="•"/>
            </a:pPr>
            <a:r>
              <a:rPr lang="en-US" sz="2400" dirty="0"/>
              <a:t>Development of a Comprehensive WEF Nexus-Based Decision Support Tool </a:t>
            </a:r>
          </a:p>
          <a:p>
            <a:pPr marL="457200" indent="-228600">
              <a:lnSpc>
                <a:spcPct val="150000"/>
              </a:lnSpc>
              <a:spcBef>
                <a:spcPct val="0"/>
              </a:spcBef>
              <a:spcAft>
                <a:spcPts val="600"/>
              </a:spcAft>
              <a:buFont typeface="Arial" panose="020B0604020202020204" pitchFamily="34" charset="0"/>
              <a:buChar char="•"/>
            </a:pPr>
            <a:r>
              <a:rPr lang="en-US" sz="2400" dirty="0"/>
              <a:t>Use of Real-Time Farm Data and Existing Herd Models  </a:t>
            </a:r>
          </a:p>
          <a:p>
            <a:pPr marL="457200" indent="-228600">
              <a:lnSpc>
                <a:spcPct val="150000"/>
              </a:lnSpc>
              <a:spcBef>
                <a:spcPct val="0"/>
              </a:spcBef>
              <a:spcAft>
                <a:spcPts val="600"/>
              </a:spcAft>
              <a:buFont typeface="Arial" panose="020B0604020202020204" pitchFamily="34" charset="0"/>
              <a:buChar char="•"/>
            </a:pPr>
            <a:r>
              <a:rPr lang="en-US" sz="2400" dirty="0"/>
              <a:t>Creation of a WEF Nexus Index for Farm Sustainability   </a:t>
            </a:r>
          </a:p>
          <a:p>
            <a:pPr marL="457200" indent="-228600">
              <a:lnSpc>
                <a:spcPct val="150000"/>
              </a:lnSpc>
              <a:spcBef>
                <a:spcPct val="0"/>
              </a:spcBef>
              <a:spcAft>
                <a:spcPts val="600"/>
              </a:spcAft>
              <a:buFont typeface="Arial" panose="020B0604020202020204" pitchFamily="34" charset="0"/>
              <a:buChar char="•"/>
            </a:pPr>
            <a:r>
              <a:rPr lang="en-US" sz="2400" dirty="0"/>
              <a:t> Scenario Testing for Informed Decision-Making  </a:t>
            </a:r>
          </a:p>
          <a:p>
            <a:pPr marL="457200" indent="-228600">
              <a:lnSpc>
                <a:spcPct val="150000"/>
              </a:lnSpc>
              <a:spcBef>
                <a:spcPct val="0"/>
              </a:spcBef>
              <a:spcAft>
                <a:spcPts val="600"/>
              </a:spcAft>
              <a:buFont typeface="Arial" panose="020B0604020202020204" pitchFamily="34" charset="0"/>
              <a:buChar char="•"/>
            </a:pPr>
            <a:r>
              <a:rPr lang="en-US" sz="2400" dirty="0"/>
              <a:t>Predictive Capability for Future Resource and Technology Trends  </a:t>
            </a:r>
          </a:p>
          <a:p>
            <a:pPr marL="457200" indent="-228600">
              <a:lnSpc>
                <a:spcPct val="150000"/>
              </a:lnSpc>
              <a:spcBef>
                <a:spcPct val="0"/>
              </a:spcBef>
              <a:spcAft>
                <a:spcPts val="600"/>
              </a:spcAft>
              <a:buFont typeface="Arial" panose="020B0604020202020204" pitchFamily="34" charset="0"/>
              <a:buChar char="•"/>
            </a:pPr>
            <a:r>
              <a:rPr lang="en-US" sz="2400" dirty="0"/>
              <a:t>User-Friendly Visualization and Meta-Modeling Interface  </a:t>
            </a:r>
          </a:p>
        </p:txBody>
      </p:sp>
    </p:spTree>
    <p:extLst>
      <p:ext uri="{BB962C8B-B14F-4D97-AF65-F5344CB8AC3E}">
        <p14:creationId xmlns:p14="http://schemas.microsoft.com/office/powerpoint/2010/main" val="29469056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4" name="Rectangle 13">
            <a:extLst>
              <a:ext uri="{FF2B5EF4-FFF2-40B4-BE49-F238E27FC236}">
                <a16:creationId xmlns:a16="http://schemas.microsoft.com/office/drawing/2014/main" id="{0EC38958-9A69-239A-BA79-2AEC73345F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59E2C250-284A-ACDD-626F-378CB7BB50C0}"/>
              </a:ext>
            </a:extLst>
          </p:cNvPr>
          <p:cNvSpPr txBox="1"/>
          <p:nvPr/>
        </p:nvSpPr>
        <p:spPr>
          <a:xfrm>
            <a:off x="6675120" y="628938"/>
            <a:ext cx="5513832" cy="1463040"/>
          </a:xfrm>
          <a:prstGeom prst="rect">
            <a:avLst/>
          </a:prstGeom>
        </p:spPr>
        <p:txBody>
          <a:bodyPr vert="horz" lIns="91440" tIns="45720" rIns="91440" bIns="45720" rtlCol="0" anchor="t">
            <a:normAutofit/>
          </a:bodyPr>
          <a:lstStyle/>
          <a:p>
            <a:pPr>
              <a:spcBef>
                <a:spcPct val="0"/>
              </a:spcBef>
              <a:spcAft>
                <a:spcPts val="600"/>
              </a:spcAft>
            </a:pPr>
            <a:r>
              <a:rPr lang="en-US" sz="4400" b="1" kern="1200" dirty="0">
                <a:solidFill>
                  <a:schemeClr val="tx1"/>
                </a:solidFill>
                <a:latin typeface="+mj-lt"/>
                <a:ea typeface="+mj-ea"/>
                <a:cs typeface="+mj-cs"/>
              </a:rPr>
              <a:t>OUTCOMES</a:t>
            </a:r>
          </a:p>
        </p:txBody>
      </p:sp>
      <p:pic>
        <p:nvPicPr>
          <p:cNvPr id="9" name="Graphic 8" descr="Head with Gears">
            <a:extLst>
              <a:ext uri="{FF2B5EF4-FFF2-40B4-BE49-F238E27FC236}">
                <a16:creationId xmlns:a16="http://schemas.microsoft.com/office/drawing/2014/main" id="{73786456-DDA0-AFA8-B6D6-5829DAD21F2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2208" y="1023338"/>
            <a:ext cx="4959823" cy="4959823"/>
          </a:xfrm>
          <a:prstGeom prst="rect">
            <a:avLst/>
          </a:prstGeom>
        </p:spPr>
      </p:pic>
      <p:sp>
        <p:nvSpPr>
          <p:cNvPr id="16" name="Freeform: Shape 15">
            <a:extLst>
              <a:ext uri="{FF2B5EF4-FFF2-40B4-BE49-F238E27FC236}">
                <a16:creationId xmlns:a16="http://schemas.microsoft.com/office/drawing/2014/main" id="{6EC109E5-0396-8968-4F42-DFEC280363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58484" y="508090"/>
            <a:ext cx="5513832" cy="149279"/>
          </a:xfrm>
          <a:custGeom>
            <a:avLst/>
            <a:gdLst>
              <a:gd name="connsiteX0" fmla="*/ 0 w 6090847"/>
              <a:gd name="connsiteY0" fmla="*/ 0 h 149279"/>
              <a:gd name="connsiteX1" fmla="*/ 6090847 w 6090847"/>
              <a:gd name="connsiteY1" fmla="*/ 0 h 149279"/>
              <a:gd name="connsiteX2" fmla="*/ 6090847 w 6090847"/>
              <a:gd name="connsiteY2" fmla="*/ 149279 h 149279"/>
              <a:gd name="connsiteX3" fmla="*/ 0 w 6090847"/>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6090847" h="149279">
                <a:moveTo>
                  <a:pt x="0" y="0"/>
                </a:moveTo>
                <a:lnTo>
                  <a:pt x="6090847" y="0"/>
                </a:lnTo>
                <a:lnTo>
                  <a:pt x="6090847"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aphicFrame>
        <p:nvGraphicFramePr>
          <p:cNvPr id="18" name="TextBox 4">
            <a:extLst>
              <a:ext uri="{FF2B5EF4-FFF2-40B4-BE49-F238E27FC236}">
                <a16:creationId xmlns:a16="http://schemas.microsoft.com/office/drawing/2014/main" id="{DE131681-3227-0AD3-899C-2000D619AFC7}"/>
              </a:ext>
            </a:extLst>
          </p:cNvPr>
          <p:cNvGraphicFramePr/>
          <p:nvPr>
            <p:extLst>
              <p:ext uri="{D42A27DB-BD31-4B8C-83A1-F6EECF244321}">
                <p14:modId xmlns:p14="http://schemas.microsoft.com/office/powerpoint/2010/main" val="2558529524"/>
              </p:ext>
            </p:extLst>
          </p:nvPr>
        </p:nvGraphicFramePr>
        <p:xfrm>
          <a:off x="4362450" y="1386113"/>
          <a:ext cx="7305294" cy="495982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3898076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8" name="Rectangle 7">
            <a:extLst>
              <a:ext uri="{FF2B5EF4-FFF2-40B4-BE49-F238E27FC236}">
                <a16:creationId xmlns:a16="http://schemas.microsoft.com/office/drawing/2014/main" id="{E73AF435-44C8-C44B-9352-ACFA393E2F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5225920D-8D1E-4296-B3BC-B9A655244726}"/>
              </a:ext>
            </a:extLst>
          </p:cNvPr>
          <p:cNvSpPr txBox="1"/>
          <p:nvPr/>
        </p:nvSpPr>
        <p:spPr>
          <a:xfrm>
            <a:off x="521208" y="978407"/>
            <a:ext cx="4358503" cy="3137941"/>
          </a:xfrm>
          <a:prstGeom prst="rect">
            <a:avLst/>
          </a:prstGeom>
        </p:spPr>
        <p:txBody>
          <a:bodyPr vert="horz" lIns="91440" tIns="45720" rIns="91440" bIns="45720" rtlCol="0" anchor="t">
            <a:normAutofit/>
          </a:bodyPr>
          <a:lstStyle/>
          <a:p>
            <a:pPr>
              <a:spcBef>
                <a:spcPct val="0"/>
              </a:spcBef>
              <a:spcAft>
                <a:spcPts val="600"/>
              </a:spcAft>
            </a:pPr>
            <a:r>
              <a:rPr lang="en-US" sz="6000" b="1" dirty="0">
                <a:latin typeface="+mj-lt"/>
                <a:ea typeface="+mj-ea"/>
                <a:cs typeface="+mj-cs"/>
              </a:rPr>
              <a:t>PROJECT TIMELINE </a:t>
            </a:r>
          </a:p>
        </p:txBody>
      </p:sp>
      <p:sp>
        <p:nvSpPr>
          <p:cNvPr id="10" name="Freeform: Shape 9">
            <a:extLst>
              <a:ext uri="{FF2B5EF4-FFF2-40B4-BE49-F238E27FC236}">
                <a16:creationId xmlns:a16="http://schemas.microsoft.com/office/drawing/2014/main" id="{288058DF-7580-C88F-23F0-429412309B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2495" y="508090"/>
            <a:ext cx="4288568" cy="149279"/>
          </a:xfrm>
          <a:custGeom>
            <a:avLst/>
            <a:gdLst>
              <a:gd name="connsiteX0" fmla="*/ 0 w 6117427"/>
              <a:gd name="connsiteY0" fmla="*/ 0 h 149279"/>
              <a:gd name="connsiteX1" fmla="*/ 6117427 w 6117427"/>
              <a:gd name="connsiteY1" fmla="*/ 0 h 149279"/>
              <a:gd name="connsiteX2" fmla="*/ 6117427 w 6117427"/>
              <a:gd name="connsiteY2" fmla="*/ 149279 h 149279"/>
              <a:gd name="connsiteX3" fmla="*/ 0 w 6117427"/>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6117427" h="149279">
                <a:moveTo>
                  <a:pt x="0" y="0"/>
                </a:moveTo>
                <a:lnTo>
                  <a:pt x="6117427" y="0"/>
                </a:lnTo>
                <a:lnTo>
                  <a:pt x="6117427"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43F82943-4565-9E0E-E9DB-5B7B417E67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1208" y="6207749"/>
            <a:ext cx="4307405" cy="45720"/>
          </a:xfrm>
          <a:custGeom>
            <a:avLst/>
            <a:gdLst>
              <a:gd name="connsiteX0" fmla="*/ 0 w 6144298"/>
              <a:gd name="connsiteY0" fmla="*/ 0 h 45720"/>
              <a:gd name="connsiteX1" fmla="*/ 5021183 w 6144298"/>
              <a:gd name="connsiteY1" fmla="*/ 0 h 45720"/>
              <a:gd name="connsiteX2" fmla="*/ 5021183 w 6144298"/>
              <a:gd name="connsiteY2" fmla="*/ 1 h 45720"/>
              <a:gd name="connsiteX3" fmla="*/ 6144298 w 6144298"/>
              <a:gd name="connsiteY3" fmla="*/ 1 h 45720"/>
              <a:gd name="connsiteX4" fmla="*/ 6144298 w 6144298"/>
              <a:gd name="connsiteY4" fmla="*/ 45720 h 45720"/>
              <a:gd name="connsiteX5" fmla="*/ 1123115 w 6144298"/>
              <a:gd name="connsiteY5" fmla="*/ 45720 h 45720"/>
              <a:gd name="connsiteX6" fmla="*/ 1123115 w 6144298"/>
              <a:gd name="connsiteY6" fmla="*/ 45719 h 45720"/>
              <a:gd name="connsiteX7" fmla="*/ 0 w 6144298"/>
              <a:gd name="connsiteY7" fmla="*/ 45719 h 45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44298" h="45720">
                <a:moveTo>
                  <a:pt x="0" y="0"/>
                </a:moveTo>
                <a:lnTo>
                  <a:pt x="5021183" y="0"/>
                </a:lnTo>
                <a:lnTo>
                  <a:pt x="5021183" y="1"/>
                </a:lnTo>
                <a:lnTo>
                  <a:pt x="6144298" y="1"/>
                </a:lnTo>
                <a:lnTo>
                  <a:pt x="6144298" y="45720"/>
                </a:lnTo>
                <a:lnTo>
                  <a:pt x="1123115" y="45720"/>
                </a:lnTo>
                <a:lnTo>
                  <a:pt x="112311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 name="Picture 2" descr="A project plan with numbers and text&#10;&#10;AI-generated content may be incorrect.">
            <a:extLst>
              <a:ext uri="{FF2B5EF4-FFF2-40B4-BE49-F238E27FC236}">
                <a16:creationId xmlns:a16="http://schemas.microsoft.com/office/drawing/2014/main" id="{A48C45C8-F8C0-A7EA-DCC1-E79C3705EE61}"/>
              </a:ext>
            </a:extLst>
          </p:cNvPr>
          <p:cNvPicPr>
            <a:picLocks noChangeAspect="1"/>
          </p:cNvPicPr>
          <p:nvPr/>
        </p:nvPicPr>
        <p:blipFill>
          <a:blip r:embed="rId2">
            <a:extLst>
              <a:ext uri="{28A0092B-C50C-407E-A947-70E740481C1C}">
                <a14:useLocalDpi xmlns:a14="http://schemas.microsoft.com/office/drawing/2010/main" val="0"/>
              </a:ext>
            </a:extLst>
          </a:blip>
          <a:srcRect t="4016" r="3" b="1753"/>
          <a:stretch/>
        </p:blipFill>
        <p:spPr>
          <a:xfrm>
            <a:off x="5398477" y="742950"/>
            <a:ext cx="6271028" cy="5510519"/>
          </a:xfrm>
          <a:prstGeom prst="rect">
            <a:avLst/>
          </a:prstGeom>
        </p:spPr>
      </p:pic>
    </p:spTree>
    <p:extLst>
      <p:ext uri="{BB962C8B-B14F-4D97-AF65-F5344CB8AC3E}">
        <p14:creationId xmlns:p14="http://schemas.microsoft.com/office/powerpoint/2010/main" val="10373353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Rectangle 9">
            <a:extLst>
              <a:ext uri="{FF2B5EF4-FFF2-40B4-BE49-F238E27FC236}">
                <a16:creationId xmlns:a16="http://schemas.microsoft.com/office/drawing/2014/main" id="{AA083F47-750E-A41F-1E5A-EFB054507C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EEF92585-7A99-6108-9663-8C59032742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4BB11441-903C-7666-517C-57B8184A68A2}"/>
              </a:ext>
            </a:extLst>
          </p:cNvPr>
          <p:cNvSpPr txBox="1"/>
          <p:nvPr/>
        </p:nvSpPr>
        <p:spPr>
          <a:xfrm>
            <a:off x="515403" y="759332"/>
            <a:ext cx="11155680" cy="5165979"/>
          </a:xfrm>
          <a:prstGeom prst="rect">
            <a:avLst/>
          </a:prstGeom>
        </p:spPr>
        <p:txBody>
          <a:bodyPr vert="horz" lIns="91440" tIns="45720" rIns="91440" bIns="45720" rtlCol="0">
            <a:normAutofit/>
          </a:bodyPr>
          <a:lstStyle/>
          <a:p>
            <a:pPr>
              <a:lnSpc>
                <a:spcPct val="110000"/>
              </a:lnSpc>
              <a:spcAft>
                <a:spcPts val="600"/>
              </a:spcAft>
            </a:pPr>
            <a:r>
              <a:rPr lang="en-US" sz="3200" b="1" dirty="0"/>
              <a:t>TECHNOLOGY TRANSFER</a:t>
            </a:r>
          </a:p>
          <a:p>
            <a:pPr marL="285750" indent="-228600">
              <a:lnSpc>
                <a:spcPct val="200000"/>
              </a:lnSpc>
              <a:spcAft>
                <a:spcPts val="600"/>
              </a:spcAft>
              <a:buFont typeface="Arial" panose="020B0604020202020204" pitchFamily="34" charset="0"/>
              <a:buChar char="•"/>
            </a:pPr>
            <a:r>
              <a:rPr lang="en-US" sz="2400" dirty="0"/>
              <a:t>Project Website  </a:t>
            </a:r>
          </a:p>
          <a:p>
            <a:pPr marL="285750" indent="-228600">
              <a:lnSpc>
                <a:spcPct val="200000"/>
              </a:lnSpc>
              <a:spcAft>
                <a:spcPts val="600"/>
              </a:spcAft>
              <a:buFont typeface="Arial" panose="020B0604020202020204" pitchFamily="34" charset="0"/>
              <a:buChar char="•"/>
            </a:pPr>
            <a:r>
              <a:rPr lang="en-US" sz="2400" dirty="0"/>
              <a:t>Extension Articles &amp; Factsheets </a:t>
            </a:r>
          </a:p>
          <a:p>
            <a:pPr marL="285750" indent="-228600">
              <a:lnSpc>
                <a:spcPct val="200000"/>
              </a:lnSpc>
              <a:spcAft>
                <a:spcPts val="600"/>
              </a:spcAft>
              <a:buFont typeface="Arial" panose="020B0604020202020204" pitchFamily="34" charset="0"/>
              <a:buChar char="•"/>
            </a:pPr>
            <a:r>
              <a:rPr lang="en-US" sz="2400" dirty="0"/>
              <a:t>Scientific Dissemination </a:t>
            </a:r>
          </a:p>
          <a:p>
            <a:pPr marL="285750" indent="-228600">
              <a:lnSpc>
                <a:spcPct val="200000"/>
              </a:lnSpc>
              <a:spcAft>
                <a:spcPts val="600"/>
              </a:spcAft>
              <a:buFont typeface="Arial" panose="020B0604020202020204" pitchFamily="34" charset="0"/>
              <a:buChar char="•"/>
            </a:pPr>
            <a:r>
              <a:rPr lang="en-US" sz="2400" dirty="0"/>
              <a:t>Demonstrations  </a:t>
            </a:r>
          </a:p>
          <a:p>
            <a:pPr marL="285750" indent="-228600">
              <a:lnSpc>
                <a:spcPct val="200000"/>
              </a:lnSpc>
              <a:spcAft>
                <a:spcPts val="600"/>
              </a:spcAft>
              <a:buFont typeface="Arial" panose="020B0604020202020204" pitchFamily="34" charset="0"/>
              <a:buChar char="•"/>
            </a:pPr>
            <a:r>
              <a:rPr lang="en-US" sz="2400" dirty="0"/>
              <a:t>Sustained Access </a:t>
            </a:r>
          </a:p>
        </p:txBody>
      </p:sp>
      <p:sp>
        <p:nvSpPr>
          <p:cNvPr id="14" name="Freeform: Shape 13">
            <a:extLst>
              <a:ext uri="{FF2B5EF4-FFF2-40B4-BE49-F238E27FC236}">
                <a16:creationId xmlns:a16="http://schemas.microsoft.com/office/drawing/2014/main" id="{C6D5B03A-B780-A698-DFA9-C9932F22D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1129464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3DA7D1-FD4C-1A71-8EA0-0BA7A4033D28}"/>
              </a:ext>
            </a:extLst>
          </p:cNvPr>
          <p:cNvSpPr txBox="1"/>
          <p:nvPr/>
        </p:nvSpPr>
        <p:spPr>
          <a:xfrm>
            <a:off x="0" y="356616"/>
            <a:ext cx="12024360" cy="6771084"/>
          </a:xfrm>
          <a:prstGeom prst="rect">
            <a:avLst/>
          </a:prstGeom>
          <a:noFill/>
        </p:spPr>
        <p:txBody>
          <a:bodyPr wrap="square" rtlCol="0">
            <a:spAutoFit/>
          </a:bodyPr>
          <a:lstStyle/>
          <a:p>
            <a:r>
              <a:rPr lang="en-US" sz="2800" dirty="0"/>
              <a:t>REFERENCES</a:t>
            </a:r>
          </a:p>
          <a:p>
            <a:pPr algn="just"/>
            <a:r>
              <a:rPr lang="en-US" sz="1400" dirty="0"/>
              <a:t>1)	</a:t>
            </a:r>
            <a:r>
              <a:rPr lang="en-US" sz="1400" dirty="0" err="1"/>
              <a:t>Entrena</a:t>
            </a:r>
            <a:r>
              <a:rPr lang="en-US" sz="1400" dirty="0"/>
              <a:t>-Barbero, E., Rebolledo-Leiva, R., Vásquez-Ibarra, L., Fernández, M., Feijoo, G., González-García, S., &amp; Moreira, M. T. (2023). Water-Energy-Food nexus index proposal as a sustainability criterion on dairy farms. Science of the Total Environment, 874, 162507.</a:t>
            </a:r>
          </a:p>
          <a:p>
            <a:pPr algn="just"/>
            <a:r>
              <a:rPr lang="en-US" sz="1400" dirty="0"/>
              <a:t>2)	Haji, M., Govindan, R., &amp; Al-Ansari, T. (2022). A computational modelling approach based on the ‘Energy-Water-Food nexus </a:t>
            </a:r>
            <a:r>
              <a:rPr lang="en-US" sz="1400" dirty="0" err="1"/>
              <a:t>node’to</a:t>
            </a:r>
            <a:r>
              <a:rPr lang="en-US" sz="1400" dirty="0"/>
              <a:t> support decision-making for sustainable and resilient food security. Computers &amp; Chemical Engineering, 163, 107846.</a:t>
            </a:r>
          </a:p>
          <a:p>
            <a:pPr algn="just"/>
            <a:r>
              <a:rPr lang="en-US" sz="1400" dirty="0"/>
              <a:t>3)	Du, X., Yang, H., Gui, J., Wang, Q., Liu, Y., Li, H., ... &amp; Shi, Z. (2024). Assessing the eco-efficiency of milk production systems using water-energy-labor-food nexus. Science of The Total Environment, 955, 176812.</a:t>
            </a:r>
          </a:p>
          <a:p>
            <a:pPr algn="just"/>
            <a:r>
              <a:rPr lang="en-US" sz="1400" dirty="0"/>
              <a:t>4)	Muell, J. D., </a:t>
            </a:r>
            <a:r>
              <a:rPr lang="en-US" sz="1400" dirty="0" err="1"/>
              <a:t>Mohtar</a:t>
            </a:r>
            <a:r>
              <a:rPr lang="en-US" sz="1400" dirty="0"/>
              <a:t>, R. H., Kan, E. S., Assi, A. T., &amp; Pappa, V. (2022). Farm-scale water-energy-food-waste nexus analysis for a closed-loop dairy system. Frontiers in Environmental Science, 10, 880839.</a:t>
            </a:r>
          </a:p>
          <a:p>
            <a:pPr algn="just"/>
            <a:r>
              <a:rPr lang="en-US" sz="1400" dirty="0"/>
              <a:t>5)	Meyer, U., </a:t>
            </a:r>
            <a:r>
              <a:rPr lang="en-US" sz="1400" dirty="0" err="1"/>
              <a:t>Everinghoff</a:t>
            </a:r>
            <a:r>
              <a:rPr lang="en-US" sz="1400" dirty="0"/>
              <a:t>, M., </a:t>
            </a:r>
            <a:r>
              <a:rPr lang="en-US" sz="1400" dirty="0" err="1"/>
              <a:t>Gädeken</a:t>
            </a:r>
            <a:r>
              <a:rPr lang="en-US" sz="1400" dirty="0"/>
              <a:t>, D., &amp; </a:t>
            </a:r>
            <a:r>
              <a:rPr lang="en-US" sz="1400" dirty="0" err="1"/>
              <a:t>Flachowsky</a:t>
            </a:r>
            <a:r>
              <a:rPr lang="en-US" sz="1400" dirty="0"/>
              <a:t>, G. (2004). Investigations on the water intake of lactating dairy cows. Livestock production science, 90(2-3), 117-121.</a:t>
            </a:r>
          </a:p>
          <a:p>
            <a:pPr algn="just"/>
            <a:r>
              <a:rPr lang="en-US" sz="1400" dirty="0"/>
              <a:t>6)	</a:t>
            </a:r>
            <a:r>
              <a:rPr lang="en-US" sz="1400" dirty="0" err="1"/>
              <a:t>Elzaki</a:t>
            </a:r>
            <a:r>
              <a:rPr lang="en-US" sz="1400" dirty="0"/>
              <a:t>, R. M., Al-Mahish, M., &amp; Alzahrani, F. (2024). Water–Energy–Milk Nexus: Empirical Evidence from Saudi Arabia. Water, 16(11), 1538.</a:t>
            </a:r>
          </a:p>
          <a:p>
            <a:pPr algn="just"/>
            <a:r>
              <a:rPr lang="en-US" sz="1400" dirty="0"/>
              <a:t>7)	 </a:t>
            </a:r>
            <a:r>
              <a:rPr lang="en-US" sz="1400" dirty="0" err="1"/>
              <a:t>Namany</a:t>
            </a:r>
            <a:r>
              <a:rPr lang="en-US" sz="1400" dirty="0"/>
              <a:t>, S., &amp; Al-Ansari, T. (2021). Energy, water, food nexus decision-making for sustainable food security. The Water–Energy–Food Nexus: Concept and Assessments, 191-216.</a:t>
            </a:r>
          </a:p>
          <a:p>
            <a:pPr algn="just"/>
            <a:r>
              <a:rPr lang="en-US" sz="1400" dirty="0"/>
              <a:t>8)	Reynolds, C. K., Crompton, L. A., &amp; Mills, J. A. (2010). Improving the efficiency of energy </a:t>
            </a:r>
            <a:r>
              <a:rPr lang="en-US" sz="1400" dirty="0" err="1"/>
              <a:t>utilisation</a:t>
            </a:r>
            <a:r>
              <a:rPr lang="en-US" sz="1400" dirty="0"/>
              <a:t> in cattle. Animal Production Science, 51(1), 6-12.</a:t>
            </a:r>
          </a:p>
          <a:p>
            <a:pPr algn="just"/>
            <a:r>
              <a:rPr lang="en-US" sz="1400" dirty="0"/>
              <a:t>9)	Rebolledo-Leiva, R., Barros, M. V., </a:t>
            </a:r>
            <a:r>
              <a:rPr lang="en-US" sz="1400" dirty="0" err="1"/>
              <a:t>Entrena</a:t>
            </a:r>
            <a:r>
              <a:rPr lang="en-US" sz="1400" dirty="0"/>
              <a:t>-Barbero, E., Vásquez-Ibarra, L., Fernández, M., Feijoo, G., ... &amp; González-García, S. (2024). Embedding Water-Energy-Food nexus and circularity assessment for organization benchmarking: A case study for dairy farms. Waste Management, 189, 410-420.</a:t>
            </a:r>
          </a:p>
          <a:p>
            <a:pPr algn="just"/>
            <a:r>
              <a:rPr lang="en-US" sz="1400" dirty="0"/>
              <a:t>10)	Finley, J. W., &amp; Seiber, J. N. (2014). The nexus of food, energy, and water. Journal of agricultural and food chemistry, 62(27), 6255-6262.</a:t>
            </a:r>
          </a:p>
          <a:p>
            <a:pPr algn="just"/>
            <a:r>
              <a:rPr lang="en-US" sz="1400" dirty="0"/>
              <a:t>11)	Murdock, S. H., White, S., Hoque, M. N., Pecotte, B., You, X., &amp; Balkan, J. (2002). The Texas challenge in the twenty-first century: Implications of population change for the future of Texas. Department of Rural Sociology, Texas A&amp;M University System Departmental technical report, 1.</a:t>
            </a:r>
          </a:p>
          <a:p>
            <a:pPr algn="just"/>
            <a:r>
              <a:rPr lang="en-US" sz="1400" dirty="0"/>
              <a:t>12)	Murdock, S. H., White, S., Hoque, M. N., Pecotte, B., You, X., &amp; Balkan, J. (2002). The Texas challenge in the twenty-first century: Implications of population change for the future of Texas. Department of Rural Sociology, Texas A&amp;M University System Departmental technical report, 1.</a:t>
            </a:r>
          </a:p>
          <a:p>
            <a:pPr algn="just"/>
            <a:r>
              <a:rPr lang="en-US" sz="1400" dirty="0"/>
              <a:t>13)	Garcia, D. J., Lovett, B. M., &amp; You, F. (2019). Considering agricultural wastes and ecosystem services in Food-Energy-Water-Waste Nexus system design. Journal of cleaner production, 228, 941-955.</a:t>
            </a:r>
          </a:p>
          <a:p>
            <a:endParaRPr lang="en-US" sz="2800" dirty="0"/>
          </a:p>
          <a:p>
            <a:endParaRPr lang="en-US" sz="2800" dirty="0"/>
          </a:p>
        </p:txBody>
      </p:sp>
    </p:spTree>
    <p:extLst>
      <p:ext uri="{BB962C8B-B14F-4D97-AF65-F5344CB8AC3E}">
        <p14:creationId xmlns:p14="http://schemas.microsoft.com/office/powerpoint/2010/main" val="23942172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Rectangle 11">
            <a:extLst>
              <a:ext uri="{FF2B5EF4-FFF2-40B4-BE49-F238E27FC236}">
                <a16:creationId xmlns:a16="http://schemas.microsoft.com/office/drawing/2014/main" id="{0EECA69B-4C2A-7F31-8019-E90DB3BD4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4" name="Picture 3" descr="Aerial view of a highway near the ocean">
            <a:extLst>
              <a:ext uri="{FF2B5EF4-FFF2-40B4-BE49-F238E27FC236}">
                <a16:creationId xmlns:a16="http://schemas.microsoft.com/office/drawing/2014/main" id="{F7B476FB-639B-28D6-647A-606CD673E4A6}"/>
              </a:ext>
            </a:extLst>
          </p:cNvPr>
          <p:cNvPicPr>
            <a:picLocks noChangeAspect="1"/>
          </p:cNvPicPr>
          <p:nvPr/>
        </p:nvPicPr>
        <p:blipFill>
          <a:blip r:embed="rId2"/>
          <a:srcRect t="21224" b="3776"/>
          <a:stretch>
            <a:fillRect/>
          </a:stretch>
        </p:blipFill>
        <p:spPr>
          <a:xfrm>
            <a:off x="20" y="10"/>
            <a:ext cx="12191980" cy="6857990"/>
          </a:xfrm>
          <a:prstGeom prst="rect">
            <a:avLst/>
          </a:prstGeom>
        </p:spPr>
      </p:pic>
      <p:sp>
        <p:nvSpPr>
          <p:cNvPr id="14" name="Rectangle 13">
            <a:extLst>
              <a:ext uri="{FF2B5EF4-FFF2-40B4-BE49-F238E27FC236}">
                <a16:creationId xmlns:a16="http://schemas.microsoft.com/office/drawing/2014/main" id="{857DEAC1-B3AA-6569-0A44-A191DF2F3C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7840"/>
            <a:ext cx="12191999" cy="1280160"/>
          </a:xfrm>
          <a:prstGeom prst="rect">
            <a:avLst/>
          </a:prstGeom>
          <a:solidFill>
            <a:schemeClr val="bg1">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extBox 1">
            <a:extLst>
              <a:ext uri="{FF2B5EF4-FFF2-40B4-BE49-F238E27FC236}">
                <a16:creationId xmlns:a16="http://schemas.microsoft.com/office/drawing/2014/main" id="{65A58500-5589-B478-E44F-56BCCC94DC52}"/>
              </a:ext>
            </a:extLst>
          </p:cNvPr>
          <p:cNvSpPr txBox="1"/>
          <p:nvPr/>
        </p:nvSpPr>
        <p:spPr>
          <a:xfrm>
            <a:off x="320039" y="5739969"/>
            <a:ext cx="8178501" cy="960120"/>
          </a:xfrm>
          <a:prstGeom prst="rect">
            <a:avLst/>
          </a:prstGeom>
          <a:ln>
            <a:noFill/>
          </a:ln>
        </p:spPr>
        <p:txBody>
          <a:bodyPr vert="horz" lIns="91440" tIns="45720" rIns="91440" bIns="45720" rtlCol="0" anchor="ctr">
            <a:normAutofit/>
          </a:bodyPr>
          <a:lstStyle/>
          <a:p>
            <a:pPr>
              <a:spcBef>
                <a:spcPct val="0"/>
              </a:spcBef>
              <a:spcAft>
                <a:spcPts val="600"/>
              </a:spcAft>
            </a:pPr>
            <a:r>
              <a:rPr lang="en-US" sz="4400" b="1" i="1">
                <a:latin typeface="+mj-lt"/>
                <a:ea typeface="+mj-ea"/>
                <a:cs typeface="+mj-cs"/>
              </a:rPr>
              <a:t>THANK YOU</a:t>
            </a:r>
          </a:p>
        </p:txBody>
      </p:sp>
    </p:spTree>
    <p:extLst>
      <p:ext uri="{BB962C8B-B14F-4D97-AF65-F5344CB8AC3E}">
        <p14:creationId xmlns:p14="http://schemas.microsoft.com/office/powerpoint/2010/main" val="27790684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Rectangle 14">
            <a:extLst>
              <a:ext uri="{FF2B5EF4-FFF2-40B4-BE49-F238E27FC236}">
                <a16:creationId xmlns:a16="http://schemas.microsoft.com/office/drawing/2014/main" id="{E8BAA160-18A6-38AE-4699-2AD01EF53C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a:extLst>
              <a:ext uri="{FF2B5EF4-FFF2-40B4-BE49-F238E27FC236}">
                <a16:creationId xmlns:a16="http://schemas.microsoft.com/office/drawing/2014/main" id="{04213918-F1EB-4BCE-BE23-F5E9851EE0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2062E862-C7F7-4CA1-B929-D0B75F5E9F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 name="TextBox 6">
            <a:extLst>
              <a:ext uri="{FF2B5EF4-FFF2-40B4-BE49-F238E27FC236}">
                <a16:creationId xmlns:a16="http://schemas.microsoft.com/office/drawing/2014/main" id="{0F66E17A-EC51-EA80-6100-D405EE6C8514}"/>
              </a:ext>
            </a:extLst>
          </p:cNvPr>
          <p:cNvGraphicFramePr/>
          <p:nvPr>
            <p:extLst>
              <p:ext uri="{D42A27DB-BD31-4B8C-83A1-F6EECF244321}">
                <p14:modId xmlns:p14="http://schemas.microsoft.com/office/powerpoint/2010/main" val="2041167377"/>
              </p:ext>
            </p:extLst>
          </p:nvPr>
        </p:nvGraphicFramePr>
        <p:xfrm>
          <a:off x="520700" y="1295400"/>
          <a:ext cx="11156950" cy="50498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05960714"/>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371</TotalTime>
  <Words>2707</Words>
  <Application>Microsoft Office PowerPoint</Application>
  <PresentationFormat>Widescreen</PresentationFormat>
  <Paragraphs>132</Paragraphs>
  <Slides>14</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Arial</vt:lpstr>
      <vt:lpstr>Bierstadt</vt:lpstr>
      <vt:lpstr>GestaltVTI</vt:lpstr>
      <vt:lpstr>Evaluating resource efficiency in US dairy farms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Aparna Pushkaran Ajitha</dc:creator>
  <cp:lastModifiedBy>Aparna Pushkaran Ajitha</cp:lastModifiedBy>
  <cp:revision>1</cp:revision>
  <dcterms:created xsi:type="dcterms:W3CDTF">2025-07-01T01:16:42Z</dcterms:created>
  <dcterms:modified xsi:type="dcterms:W3CDTF">2025-07-02T17:34:22Z</dcterms:modified>
</cp:coreProperties>
</file>